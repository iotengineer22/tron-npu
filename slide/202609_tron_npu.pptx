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BIZ UDPGothic"/>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 uri="GoogleSlidesCustomDataVersion2">
      <go:slidesCustomData xmlns:go="http://customooxmlschemas.google.com/" r:id="rId21" roundtripDataSignature="AMtx7miXx452pqJi32+bbKFVS5N9J4m4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IZUDPGothic-bold.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BIZUDPGothic-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40a0d7af80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40a0d7af80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40a0d7af80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40a0d7af80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40a0e00d0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40a0e00d0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3"/>
          <p:cNvSpPr txBox="1"/>
          <p:nvPr>
            <p:ph type="ctrTitle"/>
          </p:nvPr>
        </p:nvSpPr>
        <p:spPr>
          <a:xfrm>
            <a:off x="623417" y="1489150"/>
            <a:ext cx="17041200" cy="4105200"/>
          </a:xfrm>
          <a:prstGeom prst="rect">
            <a:avLst/>
          </a:prstGeom>
          <a:noFill/>
          <a:ln>
            <a:noFill/>
          </a:ln>
        </p:spPr>
        <p:txBody>
          <a:bodyPr anchorCtr="0" anchor="b" bIns="182850" lIns="182850" spcFirstLastPara="1" rIns="182850" wrap="square" tIns="182850">
            <a:normAutofit/>
          </a:bodyPr>
          <a:lstStyle>
            <a:lvl1pPr lvl="0" algn="ctr">
              <a:lnSpc>
                <a:spcPct val="100000"/>
              </a:lnSpc>
              <a:spcBef>
                <a:spcPts val="0"/>
              </a:spcBef>
              <a:spcAft>
                <a:spcPts val="0"/>
              </a:spcAft>
              <a:buSzPts val="10400"/>
              <a:buNone/>
              <a:defRPr sz="10400"/>
            </a:lvl1pPr>
            <a:lvl2pPr lvl="1" algn="ctr">
              <a:lnSpc>
                <a:spcPct val="100000"/>
              </a:lnSpc>
              <a:spcBef>
                <a:spcPts val="0"/>
              </a:spcBef>
              <a:spcAft>
                <a:spcPts val="0"/>
              </a:spcAft>
              <a:buSzPts val="10400"/>
              <a:buNone/>
              <a:defRPr sz="10400"/>
            </a:lvl2pPr>
            <a:lvl3pPr lvl="2" algn="ctr">
              <a:lnSpc>
                <a:spcPct val="100000"/>
              </a:lnSpc>
              <a:spcBef>
                <a:spcPts val="0"/>
              </a:spcBef>
              <a:spcAft>
                <a:spcPts val="0"/>
              </a:spcAft>
              <a:buSzPts val="10400"/>
              <a:buNone/>
              <a:defRPr sz="10400"/>
            </a:lvl3pPr>
            <a:lvl4pPr lvl="3" algn="ctr">
              <a:lnSpc>
                <a:spcPct val="100000"/>
              </a:lnSpc>
              <a:spcBef>
                <a:spcPts val="0"/>
              </a:spcBef>
              <a:spcAft>
                <a:spcPts val="0"/>
              </a:spcAft>
              <a:buSzPts val="10400"/>
              <a:buNone/>
              <a:defRPr sz="10400"/>
            </a:lvl4pPr>
            <a:lvl5pPr lvl="4" algn="ctr">
              <a:lnSpc>
                <a:spcPct val="100000"/>
              </a:lnSpc>
              <a:spcBef>
                <a:spcPts val="0"/>
              </a:spcBef>
              <a:spcAft>
                <a:spcPts val="0"/>
              </a:spcAft>
              <a:buSzPts val="10400"/>
              <a:buNone/>
              <a:defRPr sz="10400"/>
            </a:lvl5pPr>
            <a:lvl6pPr lvl="5" algn="ctr">
              <a:lnSpc>
                <a:spcPct val="100000"/>
              </a:lnSpc>
              <a:spcBef>
                <a:spcPts val="0"/>
              </a:spcBef>
              <a:spcAft>
                <a:spcPts val="0"/>
              </a:spcAft>
              <a:buSzPts val="10400"/>
              <a:buNone/>
              <a:defRPr sz="10400"/>
            </a:lvl6pPr>
            <a:lvl7pPr lvl="6" algn="ctr">
              <a:lnSpc>
                <a:spcPct val="100000"/>
              </a:lnSpc>
              <a:spcBef>
                <a:spcPts val="0"/>
              </a:spcBef>
              <a:spcAft>
                <a:spcPts val="0"/>
              </a:spcAft>
              <a:buSzPts val="10400"/>
              <a:buNone/>
              <a:defRPr sz="10400"/>
            </a:lvl7pPr>
            <a:lvl8pPr lvl="7" algn="ctr">
              <a:lnSpc>
                <a:spcPct val="100000"/>
              </a:lnSpc>
              <a:spcBef>
                <a:spcPts val="0"/>
              </a:spcBef>
              <a:spcAft>
                <a:spcPts val="0"/>
              </a:spcAft>
              <a:buSzPts val="10400"/>
              <a:buNone/>
              <a:defRPr sz="10400"/>
            </a:lvl8pPr>
            <a:lvl9pPr lvl="8" algn="ctr">
              <a:lnSpc>
                <a:spcPct val="100000"/>
              </a:lnSpc>
              <a:spcBef>
                <a:spcPts val="0"/>
              </a:spcBef>
              <a:spcAft>
                <a:spcPts val="0"/>
              </a:spcAft>
              <a:buSzPts val="10400"/>
              <a:buNone/>
              <a:defRPr sz="10400"/>
            </a:lvl9pPr>
          </a:lstStyle>
          <a:p/>
        </p:txBody>
      </p:sp>
      <p:sp>
        <p:nvSpPr>
          <p:cNvPr id="11" name="Google Shape;11;p13"/>
          <p:cNvSpPr txBox="1"/>
          <p:nvPr>
            <p:ph idx="1" type="subTitle"/>
          </p:nvPr>
        </p:nvSpPr>
        <p:spPr>
          <a:xfrm>
            <a:off x="623400" y="5668250"/>
            <a:ext cx="17041200" cy="1585200"/>
          </a:xfrm>
          <a:prstGeom prst="rect">
            <a:avLst/>
          </a:prstGeom>
          <a:noFill/>
          <a:ln>
            <a:noFill/>
          </a:ln>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1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4"/>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sz="5600"/>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p:txBody>
      </p:sp>
      <p:sp>
        <p:nvSpPr>
          <p:cNvPr id="15" name="Google Shape;15;p14"/>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sz="3600"/>
            </a:lvl1pPr>
            <a:lvl2pPr indent="-406400" lvl="1" marL="914400" algn="l">
              <a:lnSpc>
                <a:spcPct val="115000"/>
              </a:lnSpc>
              <a:spcBef>
                <a:spcPts val="0"/>
              </a:spcBef>
              <a:spcAft>
                <a:spcPts val="0"/>
              </a:spcAft>
              <a:buSzPts val="2800"/>
              <a:buChar char="○"/>
              <a:defRPr sz="2800"/>
            </a:lvl2pPr>
            <a:lvl3pPr indent="-406400" lvl="2" marL="1371600" algn="l">
              <a:lnSpc>
                <a:spcPct val="115000"/>
              </a:lnSpc>
              <a:spcBef>
                <a:spcPts val="0"/>
              </a:spcBef>
              <a:spcAft>
                <a:spcPts val="0"/>
              </a:spcAft>
              <a:buSzPts val="2800"/>
              <a:buChar char="■"/>
              <a:defRPr sz="2800"/>
            </a:lvl3pPr>
            <a:lvl4pPr indent="-406400" lvl="3" marL="1828800" algn="l">
              <a:lnSpc>
                <a:spcPct val="115000"/>
              </a:lnSpc>
              <a:spcBef>
                <a:spcPts val="0"/>
              </a:spcBef>
              <a:spcAft>
                <a:spcPts val="0"/>
              </a:spcAft>
              <a:buSzPts val="2800"/>
              <a:buChar char="●"/>
              <a:defRPr sz="2800"/>
            </a:lvl4pPr>
            <a:lvl5pPr indent="-406400" lvl="4" marL="2286000" algn="l">
              <a:lnSpc>
                <a:spcPct val="115000"/>
              </a:lnSpc>
              <a:spcBef>
                <a:spcPts val="0"/>
              </a:spcBef>
              <a:spcAft>
                <a:spcPts val="0"/>
              </a:spcAft>
              <a:buSzPts val="2800"/>
              <a:buChar char="○"/>
              <a:defRPr sz="2800"/>
            </a:lvl5pPr>
            <a:lvl6pPr indent="-406400" lvl="5" marL="2743200" algn="l">
              <a:lnSpc>
                <a:spcPct val="115000"/>
              </a:lnSpc>
              <a:spcBef>
                <a:spcPts val="0"/>
              </a:spcBef>
              <a:spcAft>
                <a:spcPts val="0"/>
              </a:spcAft>
              <a:buSzPts val="2800"/>
              <a:buChar char="■"/>
              <a:defRPr sz="2800"/>
            </a:lvl6pPr>
            <a:lvl7pPr indent="-406400" lvl="6" marL="3200400" algn="l">
              <a:lnSpc>
                <a:spcPct val="115000"/>
              </a:lnSpc>
              <a:spcBef>
                <a:spcPts val="0"/>
              </a:spcBef>
              <a:spcAft>
                <a:spcPts val="0"/>
              </a:spcAft>
              <a:buSzPts val="2800"/>
              <a:buChar char="●"/>
              <a:defRPr sz="2800"/>
            </a:lvl7pPr>
            <a:lvl8pPr indent="-406400" lvl="7" marL="3657600" algn="l">
              <a:lnSpc>
                <a:spcPct val="115000"/>
              </a:lnSpc>
              <a:spcBef>
                <a:spcPts val="0"/>
              </a:spcBef>
              <a:spcAft>
                <a:spcPts val="0"/>
              </a:spcAft>
              <a:buSzPts val="2800"/>
              <a:buChar char="○"/>
              <a:defRPr sz="2800"/>
            </a:lvl8pPr>
            <a:lvl9pPr indent="-406400" lvl="8" marL="4114800" algn="l">
              <a:lnSpc>
                <a:spcPct val="115000"/>
              </a:lnSpc>
              <a:spcBef>
                <a:spcPts val="0"/>
              </a:spcBef>
              <a:spcAft>
                <a:spcPts val="0"/>
              </a:spcAft>
              <a:buSzPts val="2800"/>
              <a:buChar char="■"/>
              <a:defRPr sz="2800"/>
            </a:lvl9pPr>
          </a:lstStyle>
          <a:p/>
        </p:txBody>
      </p:sp>
      <p:sp>
        <p:nvSpPr>
          <p:cNvPr id="16" name="Google Shape;16;p14"/>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5"/>
          <p:cNvSpPr txBox="1"/>
          <p:nvPr>
            <p:ph type="title"/>
          </p:nvPr>
        </p:nvSpPr>
        <p:spPr>
          <a:xfrm>
            <a:off x="623400" y="4301700"/>
            <a:ext cx="17041200" cy="16836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p:txBody>
      </p:sp>
      <p:sp>
        <p:nvSpPr>
          <p:cNvPr id="19" name="Google Shape;19;p15"/>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sz="5600"/>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p:txBody>
      </p:sp>
      <p:sp>
        <p:nvSpPr>
          <p:cNvPr id="22" name="Google Shape;22;p16"/>
          <p:cNvSpPr txBox="1"/>
          <p:nvPr>
            <p:ph idx="1" type="body"/>
          </p:nvPr>
        </p:nvSpPr>
        <p:spPr>
          <a:xfrm>
            <a:off x="623400" y="2304950"/>
            <a:ext cx="7999800" cy="6832800"/>
          </a:xfrm>
          <a:prstGeom prst="rect">
            <a:avLst/>
          </a:prstGeom>
          <a:noFill/>
          <a:ln>
            <a:noFill/>
          </a:ln>
        </p:spPr>
        <p:txBody>
          <a:bodyPr anchorCtr="0" anchor="t" bIns="182850" lIns="182850" spcFirstLastPara="1" rIns="182850" wrap="square" tIns="182850">
            <a:normAutofit/>
          </a:bodyPr>
          <a:lstStyle>
            <a:lvl1pPr indent="-406400" lvl="0" marL="457200" algn="l">
              <a:lnSpc>
                <a:spcPct val="115000"/>
              </a:lnSpc>
              <a:spcBef>
                <a:spcPts val="0"/>
              </a:spcBef>
              <a:spcAft>
                <a:spcPts val="0"/>
              </a:spcAft>
              <a:buSzPts val="2800"/>
              <a:buChar char="●"/>
              <a:defRPr sz="2800"/>
            </a:lvl1pPr>
            <a:lvl2pPr indent="-381000" lvl="1" marL="914400" algn="l">
              <a:lnSpc>
                <a:spcPct val="115000"/>
              </a:lnSpc>
              <a:spcBef>
                <a:spcPts val="0"/>
              </a:spcBef>
              <a:spcAft>
                <a:spcPts val="0"/>
              </a:spcAft>
              <a:buSzPts val="2400"/>
              <a:buChar char="○"/>
              <a:defRPr sz="2400"/>
            </a:lvl2pPr>
            <a:lvl3pPr indent="-381000" lvl="2" marL="1371600" algn="l">
              <a:lnSpc>
                <a:spcPct val="115000"/>
              </a:lnSpc>
              <a:spcBef>
                <a:spcPts val="0"/>
              </a:spcBef>
              <a:spcAft>
                <a:spcPts val="0"/>
              </a:spcAft>
              <a:buSzPts val="2400"/>
              <a:buChar char="■"/>
              <a:defRPr sz="2400"/>
            </a:lvl3pPr>
            <a:lvl4pPr indent="-381000" lvl="3" marL="1828800" algn="l">
              <a:lnSpc>
                <a:spcPct val="115000"/>
              </a:lnSpc>
              <a:spcBef>
                <a:spcPts val="0"/>
              </a:spcBef>
              <a:spcAft>
                <a:spcPts val="0"/>
              </a:spcAft>
              <a:buSzPts val="2400"/>
              <a:buChar char="●"/>
              <a:defRPr sz="2400"/>
            </a:lvl4pPr>
            <a:lvl5pPr indent="-381000" lvl="4" marL="2286000" algn="l">
              <a:lnSpc>
                <a:spcPct val="115000"/>
              </a:lnSpc>
              <a:spcBef>
                <a:spcPts val="0"/>
              </a:spcBef>
              <a:spcAft>
                <a:spcPts val="0"/>
              </a:spcAft>
              <a:buSzPts val="2400"/>
              <a:buChar char="○"/>
              <a:defRPr sz="2400"/>
            </a:lvl5pPr>
            <a:lvl6pPr indent="-381000" lvl="5" marL="2743200" algn="l">
              <a:lnSpc>
                <a:spcPct val="115000"/>
              </a:lnSpc>
              <a:spcBef>
                <a:spcPts val="0"/>
              </a:spcBef>
              <a:spcAft>
                <a:spcPts val="0"/>
              </a:spcAft>
              <a:buSzPts val="2400"/>
              <a:buChar char="■"/>
              <a:defRPr sz="2400"/>
            </a:lvl6pPr>
            <a:lvl7pPr indent="-381000" lvl="6" marL="3200400" algn="l">
              <a:lnSpc>
                <a:spcPct val="115000"/>
              </a:lnSpc>
              <a:spcBef>
                <a:spcPts val="0"/>
              </a:spcBef>
              <a:spcAft>
                <a:spcPts val="0"/>
              </a:spcAft>
              <a:buSzPts val="2400"/>
              <a:buChar char="●"/>
              <a:defRPr sz="2400"/>
            </a:lvl7pPr>
            <a:lvl8pPr indent="-381000" lvl="7" marL="3657600" algn="l">
              <a:lnSpc>
                <a:spcPct val="115000"/>
              </a:lnSpc>
              <a:spcBef>
                <a:spcPts val="0"/>
              </a:spcBef>
              <a:spcAft>
                <a:spcPts val="0"/>
              </a:spcAft>
              <a:buSzPts val="2400"/>
              <a:buChar char="○"/>
              <a:defRPr sz="2400"/>
            </a:lvl8pPr>
            <a:lvl9pPr indent="-381000" lvl="8" marL="4114800" algn="l">
              <a:lnSpc>
                <a:spcPct val="115000"/>
              </a:lnSpc>
              <a:spcBef>
                <a:spcPts val="0"/>
              </a:spcBef>
              <a:spcAft>
                <a:spcPts val="0"/>
              </a:spcAft>
              <a:buSzPts val="2400"/>
              <a:buChar char="■"/>
              <a:defRPr sz="2400"/>
            </a:lvl9pPr>
          </a:lstStyle>
          <a:p/>
        </p:txBody>
      </p:sp>
      <p:sp>
        <p:nvSpPr>
          <p:cNvPr id="23" name="Google Shape;23;p16"/>
          <p:cNvSpPr txBox="1"/>
          <p:nvPr>
            <p:ph idx="2" type="body"/>
          </p:nvPr>
        </p:nvSpPr>
        <p:spPr>
          <a:xfrm>
            <a:off x="9664800" y="2304950"/>
            <a:ext cx="7999800" cy="6832800"/>
          </a:xfrm>
          <a:prstGeom prst="rect">
            <a:avLst/>
          </a:prstGeom>
          <a:noFill/>
          <a:ln>
            <a:noFill/>
          </a:ln>
        </p:spPr>
        <p:txBody>
          <a:bodyPr anchorCtr="0" anchor="t" bIns="182850" lIns="182850" spcFirstLastPara="1" rIns="182850" wrap="square" tIns="182850">
            <a:normAutofit/>
          </a:bodyPr>
          <a:lstStyle>
            <a:lvl1pPr indent="-406400" lvl="0" marL="457200" algn="l">
              <a:lnSpc>
                <a:spcPct val="115000"/>
              </a:lnSpc>
              <a:spcBef>
                <a:spcPts val="0"/>
              </a:spcBef>
              <a:spcAft>
                <a:spcPts val="0"/>
              </a:spcAft>
              <a:buSzPts val="2800"/>
              <a:buChar char="●"/>
              <a:defRPr sz="2800"/>
            </a:lvl1pPr>
            <a:lvl2pPr indent="-381000" lvl="1" marL="914400" algn="l">
              <a:lnSpc>
                <a:spcPct val="115000"/>
              </a:lnSpc>
              <a:spcBef>
                <a:spcPts val="0"/>
              </a:spcBef>
              <a:spcAft>
                <a:spcPts val="0"/>
              </a:spcAft>
              <a:buSzPts val="2400"/>
              <a:buChar char="○"/>
              <a:defRPr sz="2400"/>
            </a:lvl2pPr>
            <a:lvl3pPr indent="-381000" lvl="2" marL="1371600" algn="l">
              <a:lnSpc>
                <a:spcPct val="115000"/>
              </a:lnSpc>
              <a:spcBef>
                <a:spcPts val="0"/>
              </a:spcBef>
              <a:spcAft>
                <a:spcPts val="0"/>
              </a:spcAft>
              <a:buSzPts val="2400"/>
              <a:buChar char="■"/>
              <a:defRPr sz="2400"/>
            </a:lvl3pPr>
            <a:lvl4pPr indent="-381000" lvl="3" marL="1828800" algn="l">
              <a:lnSpc>
                <a:spcPct val="115000"/>
              </a:lnSpc>
              <a:spcBef>
                <a:spcPts val="0"/>
              </a:spcBef>
              <a:spcAft>
                <a:spcPts val="0"/>
              </a:spcAft>
              <a:buSzPts val="2400"/>
              <a:buChar char="●"/>
              <a:defRPr sz="2400"/>
            </a:lvl4pPr>
            <a:lvl5pPr indent="-381000" lvl="4" marL="2286000" algn="l">
              <a:lnSpc>
                <a:spcPct val="115000"/>
              </a:lnSpc>
              <a:spcBef>
                <a:spcPts val="0"/>
              </a:spcBef>
              <a:spcAft>
                <a:spcPts val="0"/>
              </a:spcAft>
              <a:buSzPts val="2400"/>
              <a:buChar char="○"/>
              <a:defRPr sz="2400"/>
            </a:lvl5pPr>
            <a:lvl6pPr indent="-381000" lvl="5" marL="2743200" algn="l">
              <a:lnSpc>
                <a:spcPct val="115000"/>
              </a:lnSpc>
              <a:spcBef>
                <a:spcPts val="0"/>
              </a:spcBef>
              <a:spcAft>
                <a:spcPts val="0"/>
              </a:spcAft>
              <a:buSzPts val="2400"/>
              <a:buChar char="■"/>
              <a:defRPr sz="2400"/>
            </a:lvl6pPr>
            <a:lvl7pPr indent="-381000" lvl="6" marL="3200400" algn="l">
              <a:lnSpc>
                <a:spcPct val="115000"/>
              </a:lnSpc>
              <a:spcBef>
                <a:spcPts val="0"/>
              </a:spcBef>
              <a:spcAft>
                <a:spcPts val="0"/>
              </a:spcAft>
              <a:buSzPts val="2400"/>
              <a:buChar char="●"/>
              <a:defRPr sz="2400"/>
            </a:lvl7pPr>
            <a:lvl8pPr indent="-381000" lvl="7" marL="3657600" algn="l">
              <a:lnSpc>
                <a:spcPct val="115000"/>
              </a:lnSpc>
              <a:spcBef>
                <a:spcPts val="0"/>
              </a:spcBef>
              <a:spcAft>
                <a:spcPts val="0"/>
              </a:spcAft>
              <a:buSzPts val="2400"/>
              <a:buChar char="○"/>
              <a:defRPr sz="2400"/>
            </a:lvl8pPr>
            <a:lvl9pPr indent="-381000" lvl="8" marL="4114800" algn="l">
              <a:lnSpc>
                <a:spcPct val="115000"/>
              </a:lnSpc>
              <a:spcBef>
                <a:spcPts val="0"/>
              </a:spcBef>
              <a:spcAft>
                <a:spcPts val="0"/>
              </a:spcAft>
              <a:buSzPts val="2400"/>
              <a:buChar char="■"/>
              <a:defRPr sz="2400"/>
            </a:lvl9pPr>
          </a:lstStyle>
          <a:p/>
        </p:txBody>
      </p:sp>
      <p:sp>
        <p:nvSpPr>
          <p:cNvPr id="24" name="Google Shape;24;p1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7"/>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sz="5600"/>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p:txBody>
      </p:sp>
      <p:sp>
        <p:nvSpPr>
          <p:cNvPr id="27" name="Google Shape;27;p17"/>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8"/>
          <p:cNvSpPr txBox="1"/>
          <p:nvPr>
            <p:ph type="title"/>
          </p:nvPr>
        </p:nvSpPr>
        <p:spPr>
          <a:xfrm>
            <a:off x="623400" y="1111200"/>
            <a:ext cx="5616000" cy="1511400"/>
          </a:xfrm>
          <a:prstGeom prst="rect">
            <a:avLst/>
          </a:prstGeom>
          <a:noFill/>
          <a:ln>
            <a:noFill/>
          </a:ln>
        </p:spPr>
        <p:txBody>
          <a:bodyPr anchorCtr="0" anchor="b" bIns="182850" lIns="182850" spcFirstLastPara="1" rIns="182850" wrap="square" tIns="1828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0" name="Google Shape;30;p18"/>
          <p:cNvSpPr txBox="1"/>
          <p:nvPr>
            <p:ph idx="1" type="body"/>
          </p:nvPr>
        </p:nvSpPr>
        <p:spPr>
          <a:xfrm>
            <a:off x="623400" y="2779200"/>
            <a:ext cx="5616000" cy="6358800"/>
          </a:xfrm>
          <a:prstGeom prst="rect">
            <a:avLst/>
          </a:prstGeom>
          <a:noFill/>
          <a:ln>
            <a:noFill/>
          </a:ln>
        </p:spPr>
        <p:txBody>
          <a:bodyPr anchorCtr="0" anchor="t" bIns="182850" lIns="182850" spcFirstLastPara="1" rIns="182850" wrap="square" tIns="182850">
            <a:normAutofit/>
          </a:bodyPr>
          <a:lstStyle>
            <a:lvl1pPr indent="-381000" lvl="0" marL="457200" algn="l">
              <a:lnSpc>
                <a:spcPct val="115000"/>
              </a:lnSpc>
              <a:spcBef>
                <a:spcPts val="0"/>
              </a:spcBef>
              <a:spcAft>
                <a:spcPts val="0"/>
              </a:spcAft>
              <a:buSzPts val="2400"/>
              <a:buChar char="●"/>
              <a:defRPr sz="2400"/>
            </a:lvl1pPr>
            <a:lvl2pPr indent="-381000" lvl="1" marL="914400" algn="l">
              <a:lnSpc>
                <a:spcPct val="115000"/>
              </a:lnSpc>
              <a:spcBef>
                <a:spcPts val="0"/>
              </a:spcBef>
              <a:spcAft>
                <a:spcPts val="0"/>
              </a:spcAft>
              <a:buSzPts val="2400"/>
              <a:buChar char="○"/>
              <a:defRPr sz="2400"/>
            </a:lvl2pPr>
            <a:lvl3pPr indent="-381000" lvl="2" marL="1371600" algn="l">
              <a:lnSpc>
                <a:spcPct val="115000"/>
              </a:lnSpc>
              <a:spcBef>
                <a:spcPts val="0"/>
              </a:spcBef>
              <a:spcAft>
                <a:spcPts val="0"/>
              </a:spcAft>
              <a:buSzPts val="2400"/>
              <a:buChar char="■"/>
              <a:defRPr sz="2400"/>
            </a:lvl3pPr>
            <a:lvl4pPr indent="-381000" lvl="3" marL="1828800" algn="l">
              <a:lnSpc>
                <a:spcPct val="115000"/>
              </a:lnSpc>
              <a:spcBef>
                <a:spcPts val="0"/>
              </a:spcBef>
              <a:spcAft>
                <a:spcPts val="0"/>
              </a:spcAft>
              <a:buSzPts val="2400"/>
              <a:buChar char="●"/>
              <a:defRPr sz="2400"/>
            </a:lvl4pPr>
            <a:lvl5pPr indent="-381000" lvl="4" marL="2286000" algn="l">
              <a:lnSpc>
                <a:spcPct val="115000"/>
              </a:lnSpc>
              <a:spcBef>
                <a:spcPts val="0"/>
              </a:spcBef>
              <a:spcAft>
                <a:spcPts val="0"/>
              </a:spcAft>
              <a:buSzPts val="2400"/>
              <a:buChar char="○"/>
              <a:defRPr sz="2400"/>
            </a:lvl5pPr>
            <a:lvl6pPr indent="-381000" lvl="5" marL="2743200" algn="l">
              <a:lnSpc>
                <a:spcPct val="115000"/>
              </a:lnSpc>
              <a:spcBef>
                <a:spcPts val="0"/>
              </a:spcBef>
              <a:spcAft>
                <a:spcPts val="0"/>
              </a:spcAft>
              <a:buSzPts val="2400"/>
              <a:buChar char="■"/>
              <a:defRPr sz="2400"/>
            </a:lvl6pPr>
            <a:lvl7pPr indent="-381000" lvl="6" marL="3200400" algn="l">
              <a:lnSpc>
                <a:spcPct val="115000"/>
              </a:lnSpc>
              <a:spcBef>
                <a:spcPts val="0"/>
              </a:spcBef>
              <a:spcAft>
                <a:spcPts val="0"/>
              </a:spcAft>
              <a:buSzPts val="2400"/>
              <a:buChar char="●"/>
              <a:defRPr sz="2400"/>
            </a:lvl7pPr>
            <a:lvl8pPr indent="-381000" lvl="7" marL="3657600" algn="l">
              <a:lnSpc>
                <a:spcPct val="115000"/>
              </a:lnSpc>
              <a:spcBef>
                <a:spcPts val="0"/>
              </a:spcBef>
              <a:spcAft>
                <a:spcPts val="0"/>
              </a:spcAft>
              <a:buSzPts val="2400"/>
              <a:buChar char="○"/>
              <a:defRPr sz="2400"/>
            </a:lvl8pPr>
            <a:lvl9pPr indent="-381000" lvl="8" marL="4114800" algn="l">
              <a:lnSpc>
                <a:spcPct val="115000"/>
              </a:lnSpc>
              <a:spcBef>
                <a:spcPts val="0"/>
              </a:spcBef>
              <a:spcAft>
                <a:spcPts val="0"/>
              </a:spcAft>
              <a:buSzPts val="2400"/>
              <a:buChar char="■"/>
              <a:defRPr sz="2400"/>
            </a:lvl9pPr>
          </a:lstStyle>
          <a:p/>
        </p:txBody>
      </p:sp>
      <p:sp>
        <p:nvSpPr>
          <p:cNvPr id="31" name="Google Shape;31;p18"/>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9"/>
          <p:cNvSpPr txBox="1"/>
          <p:nvPr>
            <p:ph type="title"/>
          </p:nvPr>
        </p:nvSpPr>
        <p:spPr>
          <a:xfrm>
            <a:off x="980500" y="900300"/>
            <a:ext cx="12735600" cy="81816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p:txBody>
      </p:sp>
      <p:sp>
        <p:nvSpPr>
          <p:cNvPr id="34" name="Google Shape;34;p19"/>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0"/>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0"/>
          <p:cNvSpPr txBox="1"/>
          <p:nvPr>
            <p:ph type="title"/>
          </p:nvPr>
        </p:nvSpPr>
        <p:spPr>
          <a:xfrm>
            <a:off x="531000" y="2466350"/>
            <a:ext cx="8090400" cy="2964600"/>
          </a:xfrm>
          <a:prstGeom prst="rect">
            <a:avLst/>
          </a:prstGeom>
          <a:noFill/>
          <a:ln>
            <a:noFill/>
          </a:ln>
        </p:spPr>
        <p:txBody>
          <a:bodyPr anchorCtr="0" anchor="b" bIns="182850" lIns="182850" spcFirstLastPara="1" rIns="182850" wrap="square" tIns="182850">
            <a:normAutofit/>
          </a:bodyPr>
          <a:lstStyle>
            <a:lvl1pPr lvl="0" algn="ctr">
              <a:lnSpc>
                <a:spcPct val="100000"/>
              </a:lnSpc>
              <a:spcBef>
                <a:spcPts val="0"/>
              </a:spcBef>
              <a:spcAft>
                <a:spcPts val="0"/>
              </a:spcAft>
              <a:buSzPts val="8400"/>
              <a:buNone/>
              <a:defRPr sz="8400"/>
            </a:lvl1pPr>
            <a:lvl2pPr lvl="1" algn="ctr">
              <a:lnSpc>
                <a:spcPct val="100000"/>
              </a:lnSpc>
              <a:spcBef>
                <a:spcPts val="0"/>
              </a:spcBef>
              <a:spcAft>
                <a:spcPts val="0"/>
              </a:spcAft>
              <a:buSzPts val="8400"/>
              <a:buNone/>
              <a:defRPr sz="8400"/>
            </a:lvl2pPr>
            <a:lvl3pPr lvl="2" algn="ctr">
              <a:lnSpc>
                <a:spcPct val="100000"/>
              </a:lnSpc>
              <a:spcBef>
                <a:spcPts val="0"/>
              </a:spcBef>
              <a:spcAft>
                <a:spcPts val="0"/>
              </a:spcAft>
              <a:buSzPts val="8400"/>
              <a:buNone/>
              <a:defRPr sz="8400"/>
            </a:lvl3pPr>
            <a:lvl4pPr lvl="3" algn="ctr">
              <a:lnSpc>
                <a:spcPct val="100000"/>
              </a:lnSpc>
              <a:spcBef>
                <a:spcPts val="0"/>
              </a:spcBef>
              <a:spcAft>
                <a:spcPts val="0"/>
              </a:spcAft>
              <a:buSzPts val="8400"/>
              <a:buNone/>
              <a:defRPr sz="8400"/>
            </a:lvl4pPr>
            <a:lvl5pPr lvl="4" algn="ctr">
              <a:lnSpc>
                <a:spcPct val="100000"/>
              </a:lnSpc>
              <a:spcBef>
                <a:spcPts val="0"/>
              </a:spcBef>
              <a:spcAft>
                <a:spcPts val="0"/>
              </a:spcAft>
              <a:buSzPts val="8400"/>
              <a:buNone/>
              <a:defRPr sz="8400"/>
            </a:lvl5pPr>
            <a:lvl6pPr lvl="5" algn="ctr">
              <a:lnSpc>
                <a:spcPct val="100000"/>
              </a:lnSpc>
              <a:spcBef>
                <a:spcPts val="0"/>
              </a:spcBef>
              <a:spcAft>
                <a:spcPts val="0"/>
              </a:spcAft>
              <a:buSzPts val="8400"/>
              <a:buNone/>
              <a:defRPr sz="8400"/>
            </a:lvl6pPr>
            <a:lvl7pPr lvl="6" algn="ctr">
              <a:lnSpc>
                <a:spcPct val="100000"/>
              </a:lnSpc>
              <a:spcBef>
                <a:spcPts val="0"/>
              </a:spcBef>
              <a:spcAft>
                <a:spcPts val="0"/>
              </a:spcAft>
              <a:buSzPts val="8400"/>
              <a:buNone/>
              <a:defRPr sz="8400"/>
            </a:lvl7pPr>
            <a:lvl8pPr lvl="7" algn="ctr">
              <a:lnSpc>
                <a:spcPct val="100000"/>
              </a:lnSpc>
              <a:spcBef>
                <a:spcPts val="0"/>
              </a:spcBef>
              <a:spcAft>
                <a:spcPts val="0"/>
              </a:spcAft>
              <a:buSzPts val="8400"/>
              <a:buNone/>
              <a:defRPr sz="8400"/>
            </a:lvl8pPr>
            <a:lvl9pPr lvl="8" algn="ctr">
              <a:lnSpc>
                <a:spcPct val="100000"/>
              </a:lnSpc>
              <a:spcBef>
                <a:spcPts val="0"/>
              </a:spcBef>
              <a:spcAft>
                <a:spcPts val="0"/>
              </a:spcAft>
              <a:buSzPts val="8400"/>
              <a:buNone/>
              <a:defRPr sz="8400"/>
            </a:lvl9pPr>
          </a:lstStyle>
          <a:p/>
        </p:txBody>
      </p:sp>
      <p:sp>
        <p:nvSpPr>
          <p:cNvPr id="38" name="Google Shape;38;p20"/>
          <p:cNvSpPr txBox="1"/>
          <p:nvPr>
            <p:ph idx="1" type="subTitle"/>
          </p:nvPr>
        </p:nvSpPr>
        <p:spPr>
          <a:xfrm>
            <a:off x="531000" y="5606150"/>
            <a:ext cx="8090400" cy="2470200"/>
          </a:xfrm>
          <a:prstGeom prst="rect">
            <a:avLst/>
          </a:prstGeom>
          <a:noFill/>
          <a:ln>
            <a:noFill/>
          </a:ln>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20"/>
          <p:cNvSpPr txBox="1"/>
          <p:nvPr>
            <p:ph idx="2" type="body"/>
          </p:nvPr>
        </p:nvSpPr>
        <p:spPr>
          <a:xfrm>
            <a:off x="9879000" y="1448150"/>
            <a:ext cx="7674000" cy="7390200"/>
          </a:xfrm>
          <a:prstGeom prst="rect">
            <a:avLst/>
          </a:prstGeom>
          <a:noFill/>
          <a:ln>
            <a:noFill/>
          </a:ln>
        </p:spPr>
        <p:txBody>
          <a:bodyPr anchorCtr="0" anchor="ctr" bIns="182850" lIns="182850" spcFirstLastPara="1" rIns="182850" wrap="square" tIns="182850">
            <a:normAutofit/>
          </a:bodyPr>
          <a:lstStyle>
            <a:lvl1pPr indent="-457200" lvl="0" marL="457200" algn="l">
              <a:lnSpc>
                <a:spcPct val="115000"/>
              </a:lnSpc>
              <a:spcBef>
                <a:spcPts val="0"/>
              </a:spcBef>
              <a:spcAft>
                <a:spcPts val="0"/>
              </a:spcAft>
              <a:buSzPts val="3600"/>
              <a:buChar char="●"/>
              <a:defRPr sz="3600"/>
            </a:lvl1pPr>
            <a:lvl2pPr indent="-406400" lvl="1" marL="914400" algn="l">
              <a:lnSpc>
                <a:spcPct val="115000"/>
              </a:lnSpc>
              <a:spcBef>
                <a:spcPts val="0"/>
              </a:spcBef>
              <a:spcAft>
                <a:spcPts val="0"/>
              </a:spcAft>
              <a:buSzPts val="2800"/>
              <a:buChar char="○"/>
              <a:defRPr sz="2800"/>
            </a:lvl2pPr>
            <a:lvl3pPr indent="-406400" lvl="2" marL="1371600" algn="l">
              <a:lnSpc>
                <a:spcPct val="115000"/>
              </a:lnSpc>
              <a:spcBef>
                <a:spcPts val="0"/>
              </a:spcBef>
              <a:spcAft>
                <a:spcPts val="0"/>
              </a:spcAft>
              <a:buSzPts val="2800"/>
              <a:buChar char="■"/>
              <a:defRPr sz="2800"/>
            </a:lvl3pPr>
            <a:lvl4pPr indent="-406400" lvl="3" marL="1828800" algn="l">
              <a:lnSpc>
                <a:spcPct val="115000"/>
              </a:lnSpc>
              <a:spcBef>
                <a:spcPts val="0"/>
              </a:spcBef>
              <a:spcAft>
                <a:spcPts val="0"/>
              </a:spcAft>
              <a:buSzPts val="2800"/>
              <a:buChar char="●"/>
              <a:defRPr sz="2800"/>
            </a:lvl4pPr>
            <a:lvl5pPr indent="-406400" lvl="4" marL="2286000" algn="l">
              <a:lnSpc>
                <a:spcPct val="115000"/>
              </a:lnSpc>
              <a:spcBef>
                <a:spcPts val="0"/>
              </a:spcBef>
              <a:spcAft>
                <a:spcPts val="0"/>
              </a:spcAft>
              <a:buSzPts val="2800"/>
              <a:buChar char="○"/>
              <a:defRPr sz="2800"/>
            </a:lvl5pPr>
            <a:lvl6pPr indent="-406400" lvl="5" marL="2743200" algn="l">
              <a:lnSpc>
                <a:spcPct val="115000"/>
              </a:lnSpc>
              <a:spcBef>
                <a:spcPts val="0"/>
              </a:spcBef>
              <a:spcAft>
                <a:spcPts val="0"/>
              </a:spcAft>
              <a:buSzPts val="2800"/>
              <a:buChar char="■"/>
              <a:defRPr sz="2800"/>
            </a:lvl6pPr>
            <a:lvl7pPr indent="-406400" lvl="6" marL="3200400" algn="l">
              <a:lnSpc>
                <a:spcPct val="115000"/>
              </a:lnSpc>
              <a:spcBef>
                <a:spcPts val="0"/>
              </a:spcBef>
              <a:spcAft>
                <a:spcPts val="0"/>
              </a:spcAft>
              <a:buSzPts val="2800"/>
              <a:buChar char="●"/>
              <a:defRPr sz="2800"/>
            </a:lvl7pPr>
            <a:lvl8pPr indent="-406400" lvl="7" marL="3657600" algn="l">
              <a:lnSpc>
                <a:spcPct val="115000"/>
              </a:lnSpc>
              <a:spcBef>
                <a:spcPts val="0"/>
              </a:spcBef>
              <a:spcAft>
                <a:spcPts val="0"/>
              </a:spcAft>
              <a:buSzPts val="2800"/>
              <a:buChar char="○"/>
              <a:defRPr sz="2800"/>
            </a:lvl8pPr>
            <a:lvl9pPr indent="-406400" lvl="8" marL="4114800" algn="l">
              <a:lnSpc>
                <a:spcPct val="115000"/>
              </a:lnSpc>
              <a:spcBef>
                <a:spcPts val="0"/>
              </a:spcBef>
              <a:spcAft>
                <a:spcPts val="0"/>
              </a:spcAft>
              <a:buSzPts val="2800"/>
              <a:buChar char="■"/>
              <a:defRPr sz="2800"/>
            </a:lvl9pPr>
          </a:lstStyle>
          <a:p/>
        </p:txBody>
      </p:sp>
      <p:sp>
        <p:nvSpPr>
          <p:cNvPr id="40" name="Google Shape;40;p20"/>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1"/>
          <p:cNvSpPr txBox="1"/>
          <p:nvPr>
            <p:ph idx="1" type="body"/>
          </p:nvPr>
        </p:nvSpPr>
        <p:spPr>
          <a:xfrm>
            <a:off x="623400" y="8461150"/>
            <a:ext cx="11997600" cy="1210200"/>
          </a:xfrm>
          <a:prstGeom prst="rect">
            <a:avLst/>
          </a:prstGeom>
          <a:noFill/>
          <a:ln>
            <a:noFill/>
          </a:ln>
        </p:spPr>
        <p:txBody>
          <a:bodyPr anchorCtr="0" anchor="ctr" bIns="182850" lIns="182850" spcFirstLastPara="1" rIns="182850" wrap="square" tIns="182850">
            <a:normAutofit/>
          </a:bodyPr>
          <a:lstStyle>
            <a:lvl1pPr indent="-228600" lvl="0" marL="457200" algn="l">
              <a:lnSpc>
                <a:spcPct val="100000"/>
              </a:lnSpc>
              <a:spcBef>
                <a:spcPts val="0"/>
              </a:spcBef>
              <a:spcAft>
                <a:spcPts val="0"/>
              </a:spcAft>
              <a:buSzPts val="3600"/>
              <a:buNone/>
              <a:defRPr sz="3600"/>
            </a:lvl1pPr>
          </a:lstStyle>
          <a:p/>
        </p:txBody>
      </p:sp>
      <p:sp>
        <p:nvSpPr>
          <p:cNvPr id="43" name="Google Shape;43;p2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2"/>
          <p:cNvSpPr txBox="1"/>
          <p:nvPr>
            <p:ph hasCustomPrompt="1" type="title"/>
          </p:nvPr>
        </p:nvSpPr>
        <p:spPr>
          <a:xfrm>
            <a:off x="623400" y="2212250"/>
            <a:ext cx="17041200" cy="3927000"/>
          </a:xfrm>
          <a:prstGeom prst="rect">
            <a:avLst/>
          </a:prstGeom>
          <a:noFill/>
          <a:ln>
            <a:noFill/>
          </a:ln>
        </p:spPr>
        <p:txBody>
          <a:bodyPr anchorCtr="0" anchor="b" bIns="182850" lIns="182850" spcFirstLastPara="1" rIns="182850" wrap="square" tIns="182850">
            <a:normAutofit/>
          </a:bodyPr>
          <a:lstStyle>
            <a:lvl1pPr lvl="0" algn="ctr">
              <a:lnSpc>
                <a:spcPct val="100000"/>
              </a:lnSpc>
              <a:spcBef>
                <a:spcPts val="0"/>
              </a:spcBef>
              <a:spcAft>
                <a:spcPts val="0"/>
              </a:spcAft>
              <a:buSzPts val="24000"/>
              <a:buNone/>
              <a:defRPr sz="24000"/>
            </a:lvl1pPr>
            <a:lvl2pPr lvl="1" algn="ctr">
              <a:lnSpc>
                <a:spcPct val="100000"/>
              </a:lnSpc>
              <a:spcBef>
                <a:spcPts val="0"/>
              </a:spcBef>
              <a:spcAft>
                <a:spcPts val="0"/>
              </a:spcAft>
              <a:buSzPts val="24000"/>
              <a:buNone/>
              <a:defRPr sz="24000"/>
            </a:lvl2pPr>
            <a:lvl3pPr lvl="2" algn="ctr">
              <a:lnSpc>
                <a:spcPct val="100000"/>
              </a:lnSpc>
              <a:spcBef>
                <a:spcPts val="0"/>
              </a:spcBef>
              <a:spcAft>
                <a:spcPts val="0"/>
              </a:spcAft>
              <a:buSzPts val="24000"/>
              <a:buNone/>
              <a:defRPr sz="24000"/>
            </a:lvl3pPr>
            <a:lvl4pPr lvl="3" algn="ctr">
              <a:lnSpc>
                <a:spcPct val="100000"/>
              </a:lnSpc>
              <a:spcBef>
                <a:spcPts val="0"/>
              </a:spcBef>
              <a:spcAft>
                <a:spcPts val="0"/>
              </a:spcAft>
              <a:buSzPts val="24000"/>
              <a:buNone/>
              <a:defRPr sz="24000"/>
            </a:lvl4pPr>
            <a:lvl5pPr lvl="4" algn="ctr">
              <a:lnSpc>
                <a:spcPct val="100000"/>
              </a:lnSpc>
              <a:spcBef>
                <a:spcPts val="0"/>
              </a:spcBef>
              <a:spcAft>
                <a:spcPts val="0"/>
              </a:spcAft>
              <a:buSzPts val="24000"/>
              <a:buNone/>
              <a:defRPr sz="24000"/>
            </a:lvl5pPr>
            <a:lvl6pPr lvl="5" algn="ctr">
              <a:lnSpc>
                <a:spcPct val="100000"/>
              </a:lnSpc>
              <a:spcBef>
                <a:spcPts val="0"/>
              </a:spcBef>
              <a:spcAft>
                <a:spcPts val="0"/>
              </a:spcAft>
              <a:buSzPts val="24000"/>
              <a:buNone/>
              <a:defRPr sz="24000"/>
            </a:lvl6pPr>
            <a:lvl7pPr lvl="6" algn="ctr">
              <a:lnSpc>
                <a:spcPct val="100000"/>
              </a:lnSpc>
              <a:spcBef>
                <a:spcPts val="0"/>
              </a:spcBef>
              <a:spcAft>
                <a:spcPts val="0"/>
              </a:spcAft>
              <a:buSzPts val="24000"/>
              <a:buNone/>
              <a:defRPr sz="24000"/>
            </a:lvl7pPr>
            <a:lvl8pPr lvl="7" algn="ctr">
              <a:lnSpc>
                <a:spcPct val="100000"/>
              </a:lnSpc>
              <a:spcBef>
                <a:spcPts val="0"/>
              </a:spcBef>
              <a:spcAft>
                <a:spcPts val="0"/>
              </a:spcAft>
              <a:buSzPts val="24000"/>
              <a:buNone/>
              <a:defRPr sz="24000"/>
            </a:lvl8pPr>
            <a:lvl9pPr lvl="8" algn="ctr">
              <a:lnSpc>
                <a:spcPct val="100000"/>
              </a:lnSpc>
              <a:spcBef>
                <a:spcPts val="0"/>
              </a:spcBef>
              <a:spcAft>
                <a:spcPts val="0"/>
              </a:spcAft>
              <a:buSzPts val="24000"/>
              <a:buNone/>
              <a:defRPr sz="24000"/>
            </a:lvl9pPr>
          </a:lstStyle>
          <a:p>
            <a:r>
              <a:t>xx%</a:t>
            </a:r>
          </a:p>
        </p:txBody>
      </p:sp>
      <p:sp>
        <p:nvSpPr>
          <p:cNvPr id="46" name="Google Shape;46;p22"/>
          <p:cNvSpPr txBox="1"/>
          <p:nvPr>
            <p:ph idx="1" type="body"/>
          </p:nvPr>
        </p:nvSpPr>
        <p:spPr>
          <a:xfrm>
            <a:off x="623400" y="6304450"/>
            <a:ext cx="17041200" cy="2601600"/>
          </a:xfrm>
          <a:prstGeom prst="rect">
            <a:avLst/>
          </a:prstGeom>
          <a:noFill/>
          <a:ln>
            <a:noFill/>
          </a:ln>
        </p:spPr>
        <p:txBody>
          <a:bodyPr anchorCtr="0" anchor="t" bIns="182850" lIns="182850" spcFirstLastPara="1" rIns="182850" wrap="square" tIns="182850">
            <a:normAutofit/>
          </a:bodyPr>
          <a:lstStyle>
            <a:lvl1pPr indent="-457200" lvl="0" marL="457200" algn="ctr">
              <a:lnSpc>
                <a:spcPct val="115000"/>
              </a:lnSpc>
              <a:spcBef>
                <a:spcPts val="0"/>
              </a:spcBef>
              <a:spcAft>
                <a:spcPts val="0"/>
              </a:spcAft>
              <a:buSzPts val="3600"/>
              <a:buChar char="●"/>
              <a:defRPr sz="3600"/>
            </a:lvl1pPr>
            <a:lvl2pPr indent="-406400" lvl="1" marL="914400" algn="ctr">
              <a:lnSpc>
                <a:spcPct val="115000"/>
              </a:lnSpc>
              <a:spcBef>
                <a:spcPts val="0"/>
              </a:spcBef>
              <a:spcAft>
                <a:spcPts val="0"/>
              </a:spcAft>
              <a:buSzPts val="2800"/>
              <a:buChar char="○"/>
              <a:defRPr sz="2800"/>
            </a:lvl2pPr>
            <a:lvl3pPr indent="-406400" lvl="2" marL="1371600" algn="ctr">
              <a:lnSpc>
                <a:spcPct val="115000"/>
              </a:lnSpc>
              <a:spcBef>
                <a:spcPts val="0"/>
              </a:spcBef>
              <a:spcAft>
                <a:spcPts val="0"/>
              </a:spcAft>
              <a:buSzPts val="2800"/>
              <a:buChar char="■"/>
              <a:defRPr sz="2800"/>
            </a:lvl3pPr>
            <a:lvl4pPr indent="-406400" lvl="3" marL="1828800" algn="ctr">
              <a:lnSpc>
                <a:spcPct val="115000"/>
              </a:lnSpc>
              <a:spcBef>
                <a:spcPts val="0"/>
              </a:spcBef>
              <a:spcAft>
                <a:spcPts val="0"/>
              </a:spcAft>
              <a:buSzPts val="2800"/>
              <a:buChar char="●"/>
              <a:defRPr sz="2800"/>
            </a:lvl4pPr>
            <a:lvl5pPr indent="-406400" lvl="4" marL="2286000" algn="ctr">
              <a:lnSpc>
                <a:spcPct val="115000"/>
              </a:lnSpc>
              <a:spcBef>
                <a:spcPts val="0"/>
              </a:spcBef>
              <a:spcAft>
                <a:spcPts val="0"/>
              </a:spcAft>
              <a:buSzPts val="2800"/>
              <a:buChar char="○"/>
              <a:defRPr sz="2800"/>
            </a:lvl5pPr>
            <a:lvl6pPr indent="-406400" lvl="5" marL="2743200" algn="ctr">
              <a:lnSpc>
                <a:spcPct val="115000"/>
              </a:lnSpc>
              <a:spcBef>
                <a:spcPts val="0"/>
              </a:spcBef>
              <a:spcAft>
                <a:spcPts val="0"/>
              </a:spcAft>
              <a:buSzPts val="2800"/>
              <a:buChar char="■"/>
              <a:defRPr sz="2800"/>
            </a:lvl6pPr>
            <a:lvl7pPr indent="-406400" lvl="6" marL="3200400" algn="ctr">
              <a:lnSpc>
                <a:spcPct val="115000"/>
              </a:lnSpc>
              <a:spcBef>
                <a:spcPts val="0"/>
              </a:spcBef>
              <a:spcAft>
                <a:spcPts val="0"/>
              </a:spcAft>
              <a:buSzPts val="2800"/>
              <a:buChar char="●"/>
              <a:defRPr sz="2800"/>
            </a:lvl7pPr>
            <a:lvl8pPr indent="-406400" lvl="7" marL="3657600" algn="ctr">
              <a:lnSpc>
                <a:spcPct val="115000"/>
              </a:lnSpc>
              <a:spcBef>
                <a:spcPts val="0"/>
              </a:spcBef>
              <a:spcAft>
                <a:spcPts val="0"/>
              </a:spcAft>
              <a:buSzPts val="2800"/>
              <a:buChar char="○"/>
              <a:defRPr sz="2800"/>
            </a:lvl8pPr>
            <a:lvl9pPr indent="-406400" lvl="8" marL="4114800" algn="ctr">
              <a:lnSpc>
                <a:spcPct val="115000"/>
              </a:lnSpc>
              <a:spcBef>
                <a:spcPts val="0"/>
              </a:spcBef>
              <a:spcAft>
                <a:spcPts val="0"/>
              </a:spcAft>
              <a:buSzPts val="2800"/>
              <a:buChar char="■"/>
              <a:defRPr sz="2800"/>
            </a:lvl9pPr>
          </a:lstStyle>
          <a:p/>
        </p:txBody>
      </p:sp>
      <p:sp>
        <p:nvSpPr>
          <p:cNvPr id="47" name="Google Shape;47;p22"/>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type="obj">
  <p:cSld name="OBJECT">
    <p:spTree>
      <p:nvGrpSpPr>
        <p:cNvPr id="50" name="Shape 50"/>
        <p:cNvGrpSpPr/>
        <p:nvPr/>
      </p:nvGrpSpPr>
      <p:grpSpPr>
        <a:xfrm>
          <a:off x="0" y="0"/>
          <a:ext cx="0" cy="0"/>
          <a:chOff x="0" y="0"/>
          <a:chExt cx="0" cy="0"/>
        </a:xfrm>
      </p:grpSpPr>
      <p:sp>
        <p:nvSpPr>
          <p:cNvPr id="51" name="Google Shape;51;p24"/>
          <p:cNvSpPr txBox="1"/>
          <p:nvPr>
            <p:ph type="title"/>
          </p:nvPr>
        </p:nvSpPr>
        <p:spPr>
          <a:xfrm>
            <a:off x="914400" y="411957"/>
            <a:ext cx="16459200" cy="1714800"/>
          </a:xfrm>
          <a:prstGeom prst="rect">
            <a:avLst/>
          </a:prstGeom>
          <a:noFill/>
          <a:ln>
            <a:noFill/>
          </a:ln>
        </p:spPr>
        <p:txBody>
          <a:bodyPr anchorCtr="0" anchor="ctr" bIns="91400" lIns="182850" spcFirstLastPara="1" rIns="182850" wrap="square" tIns="91400">
            <a:normAutofit/>
          </a:bodyPr>
          <a:lstStyle>
            <a:lvl1pPr lvl="0" algn="ctr">
              <a:lnSpc>
                <a:spcPct val="100000"/>
              </a:lnSpc>
              <a:spcBef>
                <a:spcPts val="0"/>
              </a:spcBef>
              <a:spcAft>
                <a:spcPts val="0"/>
              </a:spcAft>
              <a:buClr>
                <a:schemeClr val="dk1"/>
              </a:buClr>
              <a:buSzPts val="3600"/>
              <a:buNone/>
              <a:defRPr sz="5600"/>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p:txBody>
      </p:sp>
      <p:sp>
        <p:nvSpPr>
          <p:cNvPr id="52" name="Google Shape;52;p24"/>
          <p:cNvSpPr txBox="1"/>
          <p:nvPr>
            <p:ph idx="1" type="body"/>
          </p:nvPr>
        </p:nvSpPr>
        <p:spPr>
          <a:xfrm>
            <a:off x="914400" y="2400300"/>
            <a:ext cx="16459200" cy="6789000"/>
          </a:xfrm>
          <a:prstGeom prst="rect">
            <a:avLst/>
          </a:prstGeom>
          <a:noFill/>
          <a:ln>
            <a:noFill/>
          </a:ln>
        </p:spPr>
        <p:txBody>
          <a:bodyPr anchorCtr="0" anchor="t" bIns="91400" lIns="182850" spcFirstLastPara="1" rIns="182850" wrap="square" tIns="91400">
            <a:normAutofit/>
          </a:bodyPr>
          <a:lstStyle>
            <a:lvl1pPr indent="-457200" lvl="0" marL="457200" algn="l">
              <a:lnSpc>
                <a:spcPct val="115000"/>
              </a:lnSpc>
              <a:spcBef>
                <a:spcPts val="720"/>
              </a:spcBef>
              <a:spcAft>
                <a:spcPts val="0"/>
              </a:spcAft>
              <a:buClr>
                <a:schemeClr val="dk1"/>
              </a:buClr>
              <a:buSzPts val="3600"/>
              <a:buChar char="●"/>
              <a:defRPr sz="3600"/>
            </a:lvl1pPr>
            <a:lvl2pPr indent="-457200" lvl="1" marL="914400" algn="l">
              <a:lnSpc>
                <a:spcPct val="115000"/>
              </a:lnSpc>
              <a:spcBef>
                <a:spcPts val="2400"/>
              </a:spcBef>
              <a:spcAft>
                <a:spcPts val="0"/>
              </a:spcAft>
              <a:buClr>
                <a:schemeClr val="dk1"/>
              </a:buClr>
              <a:buSzPts val="3600"/>
              <a:buChar char="○"/>
              <a:defRPr sz="2800"/>
            </a:lvl2pPr>
            <a:lvl3pPr indent="-457200" lvl="2" marL="1371600" algn="l">
              <a:lnSpc>
                <a:spcPct val="115000"/>
              </a:lnSpc>
              <a:spcBef>
                <a:spcPts val="2400"/>
              </a:spcBef>
              <a:spcAft>
                <a:spcPts val="0"/>
              </a:spcAft>
              <a:buClr>
                <a:schemeClr val="dk1"/>
              </a:buClr>
              <a:buSzPts val="3600"/>
              <a:buChar char="■"/>
              <a:defRPr sz="2800"/>
            </a:lvl3pPr>
            <a:lvl4pPr indent="-457200" lvl="3" marL="1828800" algn="l">
              <a:lnSpc>
                <a:spcPct val="115000"/>
              </a:lnSpc>
              <a:spcBef>
                <a:spcPts val="2400"/>
              </a:spcBef>
              <a:spcAft>
                <a:spcPts val="0"/>
              </a:spcAft>
              <a:buClr>
                <a:schemeClr val="dk1"/>
              </a:buClr>
              <a:buSzPts val="3600"/>
              <a:buChar char="●"/>
              <a:defRPr sz="2800"/>
            </a:lvl4pPr>
            <a:lvl5pPr indent="-457200" lvl="4" marL="2286000" algn="l">
              <a:lnSpc>
                <a:spcPct val="115000"/>
              </a:lnSpc>
              <a:spcBef>
                <a:spcPts val="2400"/>
              </a:spcBef>
              <a:spcAft>
                <a:spcPts val="0"/>
              </a:spcAft>
              <a:buClr>
                <a:schemeClr val="dk1"/>
              </a:buClr>
              <a:buSzPts val="3600"/>
              <a:buChar char="○"/>
              <a:defRPr sz="2800"/>
            </a:lvl5pPr>
            <a:lvl6pPr indent="-457200" lvl="5" marL="2743200" algn="l">
              <a:lnSpc>
                <a:spcPct val="115000"/>
              </a:lnSpc>
              <a:spcBef>
                <a:spcPts val="2400"/>
              </a:spcBef>
              <a:spcAft>
                <a:spcPts val="0"/>
              </a:spcAft>
              <a:buClr>
                <a:schemeClr val="dk1"/>
              </a:buClr>
              <a:buSzPts val="3600"/>
              <a:buChar char="■"/>
              <a:defRPr sz="2800"/>
            </a:lvl6pPr>
            <a:lvl7pPr indent="-457200" lvl="6" marL="3200400" algn="l">
              <a:lnSpc>
                <a:spcPct val="115000"/>
              </a:lnSpc>
              <a:spcBef>
                <a:spcPts val="2400"/>
              </a:spcBef>
              <a:spcAft>
                <a:spcPts val="0"/>
              </a:spcAft>
              <a:buClr>
                <a:schemeClr val="dk1"/>
              </a:buClr>
              <a:buSzPts val="3600"/>
              <a:buChar char="●"/>
              <a:defRPr sz="2800"/>
            </a:lvl7pPr>
            <a:lvl8pPr indent="-457200" lvl="7" marL="3657600" algn="l">
              <a:lnSpc>
                <a:spcPct val="115000"/>
              </a:lnSpc>
              <a:spcBef>
                <a:spcPts val="2400"/>
              </a:spcBef>
              <a:spcAft>
                <a:spcPts val="0"/>
              </a:spcAft>
              <a:buClr>
                <a:schemeClr val="dk1"/>
              </a:buClr>
              <a:buSzPts val="3600"/>
              <a:buChar char="○"/>
              <a:defRPr sz="2800"/>
            </a:lvl8pPr>
            <a:lvl9pPr indent="-457200" lvl="8" marL="4114800" algn="l">
              <a:lnSpc>
                <a:spcPct val="115000"/>
              </a:lnSpc>
              <a:spcBef>
                <a:spcPts val="2400"/>
              </a:spcBef>
              <a:spcAft>
                <a:spcPts val="2400"/>
              </a:spcAft>
              <a:buClr>
                <a:schemeClr val="dk1"/>
              </a:buClr>
              <a:buSzPts val="3600"/>
              <a:buChar char="■"/>
              <a:defRPr sz="2800"/>
            </a:lvl9pPr>
          </a:lstStyle>
          <a:p/>
        </p:txBody>
      </p:sp>
      <p:sp>
        <p:nvSpPr>
          <p:cNvPr id="53" name="Google Shape;53;p24"/>
          <p:cNvSpPr txBox="1"/>
          <p:nvPr>
            <p:ph idx="10" type="dt"/>
          </p:nvPr>
        </p:nvSpPr>
        <p:spPr>
          <a:xfrm>
            <a:off x="914400" y="9534525"/>
            <a:ext cx="4267200" cy="547800"/>
          </a:xfrm>
          <a:prstGeom prst="rect">
            <a:avLst/>
          </a:prstGeom>
          <a:noFill/>
          <a:ln>
            <a:noFill/>
          </a:ln>
        </p:spPr>
        <p:txBody>
          <a:bodyPr anchorCtr="0" anchor="ctr" bIns="91400" lIns="182850" spcFirstLastPara="1" rIns="182850" wrap="square" tIns="91400">
            <a:noAutofit/>
          </a:bodyPr>
          <a:lstStyle>
            <a:lvl1pPr lvl="0"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54" name="Google Shape;54;p24"/>
          <p:cNvSpPr txBox="1"/>
          <p:nvPr>
            <p:ph idx="11" type="ftr"/>
          </p:nvPr>
        </p:nvSpPr>
        <p:spPr>
          <a:xfrm>
            <a:off x="6248400" y="9534525"/>
            <a:ext cx="5791200" cy="547800"/>
          </a:xfrm>
          <a:prstGeom prst="rect">
            <a:avLst/>
          </a:prstGeom>
          <a:noFill/>
          <a:ln>
            <a:noFill/>
          </a:ln>
        </p:spPr>
        <p:txBody>
          <a:bodyPr anchorCtr="0" anchor="ctr" bIns="91400" lIns="182850" spcFirstLastPara="1" rIns="182850" wrap="square" tIns="91400">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55" name="Google Shape;55;p24"/>
          <p:cNvSpPr txBox="1"/>
          <p:nvPr>
            <p:ph idx="12" type="sldNum"/>
          </p:nvPr>
        </p:nvSpPr>
        <p:spPr>
          <a:xfrm>
            <a:off x="13106400" y="9534525"/>
            <a:ext cx="4267200" cy="547800"/>
          </a:xfrm>
          <a:prstGeom prst="rect">
            <a:avLst/>
          </a:prstGeom>
          <a:noFill/>
          <a:ln>
            <a:noFill/>
          </a:ln>
        </p:spPr>
        <p:txBody>
          <a:bodyPr anchorCtr="0" anchor="ctr" bIns="91400" lIns="182850" spcFirstLastPara="1" rIns="182850" wrap="square" tIns="9140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
  <p:cSld name="TITLE_AND_BODY_1">
    <p:spTree>
      <p:nvGrpSpPr>
        <p:cNvPr id="56" name="Shape 56"/>
        <p:cNvGrpSpPr/>
        <p:nvPr/>
      </p:nvGrpSpPr>
      <p:grpSpPr>
        <a:xfrm>
          <a:off x="0" y="0"/>
          <a:ext cx="0" cy="0"/>
          <a:chOff x="0" y="0"/>
          <a:chExt cx="0" cy="0"/>
        </a:xfrm>
      </p:grpSpPr>
      <p:sp>
        <p:nvSpPr>
          <p:cNvPr id="57" name="Google Shape;57;p25"/>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sz="5600"/>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p:txBody>
      </p:sp>
      <p:sp>
        <p:nvSpPr>
          <p:cNvPr id="58" name="Google Shape;58;p25"/>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sz="3600"/>
            </a:lvl1pPr>
            <a:lvl2pPr indent="-406400" lvl="1" marL="914400" algn="l">
              <a:lnSpc>
                <a:spcPct val="115000"/>
              </a:lnSpc>
              <a:spcBef>
                <a:spcPts val="0"/>
              </a:spcBef>
              <a:spcAft>
                <a:spcPts val="0"/>
              </a:spcAft>
              <a:buSzPts val="2800"/>
              <a:buChar char="○"/>
              <a:defRPr sz="2800"/>
            </a:lvl2pPr>
            <a:lvl3pPr indent="-406400" lvl="2" marL="1371600" algn="l">
              <a:lnSpc>
                <a:spcPct val="115000"/>
              </a:lnSpc>
              <a:spcBef>
                <a:spcPts val="0"/>
              </a:spcBef>
              <a:spcAft>
                <a:spcPts val="0"/>
              </a:spcAft>
              <a:buSzPts val="2800"/>
              <a:buChar char="■"/>
              <a:defRPr sz="2800"/>
            </a:lvl3pPr>
            <a:lvl4pPr indent="-406400" lvl="3" marL="1828800" algn="l">
              <a:lnSpc>
                <a:spcPct val="115000"/>
              </a:lnSpc>
              <a:spcBef>
                <a:spcPts val="0"/>
              </a:spcBef>
              <a:spcAft>
                <a:spcPts val="0"/>
              </a:spcAft>
              <a:buSzPts val="2800"/>
              <a:buChar char="●"/>
              <a:defRPr sz="2800"/>
            </a:lvl4pPr>
            <a:lvl5pPr indent="-406400" lvl="4" marL="2286000" algn="l">
              <a:lnSpc>
                <a:spcPct val="115000"/>
              </a:lnSpc>
              <a:spcBef>
                <a:spcPts val="0"/>
              </a:spcBef>
              <a:spcAft>
                <a:spcPts val="0"/>
              </a:spcAft>
              <a:buSzPts val="2800"/>
              <a:buChar char="○"/>
              <a:defRPr sz="2800"/>
            </a:lvl5pPr>
            <a:lvl6pPr indent="-406400" lvl="5" marL="2743200" algn="l">
              <a:lnSpc>
                <a:spcPct val="115000"/>
              </a:lnSpc>
              <a:spcBef>
                <a:spcPts val="0"/>
              </a:spcBef>
              <a:spcAft>
                <a:spcPts val="0"/>
              </a:spcAft>
              <a:buSzPts val="2800"/>
              <a:buChar char="■"/>
              <a:defRPr sz="2800"/>
            </a:lvl6pPr>
            <a:lvl7pPr indent="-406400" lvl="6" marL="3200400" algn="l">
              <a:lnSpc>
                <a:spcPct val="115000"/>
              </a:lnSpc>
              <a:spcBef>
                <a:spcPts val="0"/>
              </a:spcBef>
              <a:spcAft>
                <a:spcPts val="0"/>
              </a:spcAft>
              <a:buSzPts val="2800"/>
              <a:buChar char="●"/>
              <a:defRPr sz="2800"/>
            </a:lvl7pPr>
            <a:lvl8pPr indent="-406400" lvl="7" marL="3657600" algn="l">
              <a:lnSpc>
                <a:spcPct val="115000"/>
              </a:lnSpc>
              <a:spcBef>
                <a:spcPts val="0"/>
              </a:spcBef>
              <a:spcAft>
                <a:spcPts val="0"/>
              </a:spcAft>
              <a:buSzPts val="2800"/>
              <a:buChar char="○"/>
              <a:defRPr sz="2800"/>
            </a:lvl8pPr>
            <a:lvl9pPr indent="-406400" lvl="8" marL="4114800" algn="l">
              <a:lnSpc>
                <a:spcPct val="115000"/>
              </a:lnSpc>
              <a:spcBef>
                <a:spcPts val="0"/>
              </a:spcBef>
              <a:spcAft>
                <a:spcPts val="0"/>
              </a:spcAft>
              <a:buSzPts val="2800"/>
              <a:buChar char="■"/>
              <a:defRPr sz="2800"/>
            </a:lvl9pPr>
          </a:lstStyle>
          <a:p/>
        </p:txBody>
      </p:sp>
      <p:sp>
        <p:nvSpPr>
          <p:cNvPr id="59" name="Google Shape;59;p25"/>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9pPr>
          </a:lstStyle>
          <a:p/>
        </p:txBody>
      </p:sp>
      <p:sp>
        <p:nvSpPr>
          <p:cNvPr id="7" name="Google Shape;7;p12"/>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marR="0" rtl="0" algn="l">
              <a:lnSpc>
                <a:spcPct val="115000"/>
              </a:lnSpc>
              <a:spcBef>
                <a:spcPts val="0"/>
              </a:spcBef>
              <a:spcAft>
                <a:spcPts val="0"/>
              </a:spcAft>
              <a:buClr>
                <a:schemeClr val="dk2"/>
              </a:buClr>
              <a:buSzPts val="3600"/>
              <a:buFont typeface="Arial"/>
              <a:buChar char="●"/>
              <a:defRPr b="0" i="0" sz="3600" u="none" cap="none" strike="noStrike">
                <a:solidFill>
                  <a:schemeClr val="dk2"/>
                </a:solidFill>
                <a:latin typeface="Arial"/>
                <a:ea typeface="Arial"/>
                <a:cs typeface="Arial"/>
                <a:sym typeface="Arial"/>
              </a:defRPr>
            </a:lvl1pPr>
            <a:lvl2pPr indent="-406400" lvl="1" marL="914400" marR="0" rtl="0" algn="l">
              <a:lnSpc>
                <a:spcPct val="115000"/>
              </a:lnSpc>
              <a:spcBef>
                <a:spcPts val="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2pPr>
            <a:lvl3pPr indent="-406400" lvl="2" marL="1371600" marR="0" rtl="0" algn="l">
              <a:lnSpc>
                <a:spcPct val="115000"/>
              </a:lnSpc>
              <a:spcBef>
                <a:spcPts val="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3pPr>
            <a:lvl4pPr indent="-406400" lvl="3" marL="1828800" marR="0" rtl="0" algn="l">
              <a:lnSpc>
                <a:spcPct val="115000"/>
              </a:lnSpc>
              <a:spcBef>
                <a:spcPts val="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4pPr>
            <a:lvl5pPr indent="-406400" lvl="4" marL="2286000" marR="0" rtl="0" algn="l">
              <a:lnSpc>
                <a:spcPct val="115000"/>
              </a:lnSpc>
              <a:spcBef>
                <a:spcPts val="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5pPr>
            <a:lvl6pPr indent="-406400" lvl="5" marL="2743200" marR="0" rtl="0" algn="l">
              <a:lnSpc>
                <a:spcPct val="115000"/>
              </a:lnSpc>
              <a:spcBef>
                <a:spcPts val="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6pPr>
            <a:lvl7pPr indent="-406400" lvl="6" marL="3200400" marR="0" rtl="0" algn="l">
              <a:lnSpc>
                <a:spcPct val="115000"/>
              </a:lnSpc>
              <a:spcBef>
                <a:spcPts val="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7pPr>
            <a:lvl8pPr indent="-406400" lvl="7" marL="3657600" marR="0" rtl="0" algn="l">
              <a:lnSpc>
                <a:spcPct val="115000"/>
              </a:lnSpc>
              <a:spcBef>
                <a:spcPts val="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8pPr>
            <a:lvl9pPr indent="-406400" lvl="8" marL="4114800" marR="0" rtl="0" algn="l">
              <a:lnSpc>
                <a:spcPct val="115000"/>
              </a:lnSpc>
              <a:spcBef>
                <a:spcPts val="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9pPr>
          </a:lstStyle>
          <a:p/>
        </p:txBody>
      </p:sp>
      <p:sp>
        <p:nvSpPr>
          <p:cNvPr id="8" name="Google Shape;8;p12"/>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youtu.be/cH7dd1agzxg" TargetMode="External"/><Relationship Id="rId4" Type="http://schemas.openxmlformats.org/officeDocument/2006/relationships/hyperlink" Target="https://youtu.be/FbrsUrJ6Ovw" TargetMode="External"/><Relationship Id="rId5" Type="http://schemas.openxmlformats.org/officeDocument/2006/relationships/hyperlink" Target="https://youtu.be/_uKRamoLaN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youtu.be/cH7dd1agzxg" TargetMode="External"/><Relationship Id="rId4" Type="http://schemas.openxmlformats.org/officeDocument/2006/relationships/hyperlink" Target="http://www.youtube.com/watch?v=cH7dd1agzxg" TargetMode="External"/><Relationship Id="rId5" Type="http://schemas.openxmlformats.org/officeDocument/2006/relationships/image" Target="../media/image4.jpg"/><Relationship Id="rId6"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youtu.be/FbrsUrJ6Ovw" TargetMode="External"/><Relationship Id="rId4" Type="http://schemas.openxmlformats.org/officeDocument/2006/relationships/hyperlink" Target="http://www.youtube.com/watch?v=FbrsUrJ6Ovw" TargetMode="External"/><Relationship Id="rId5" Type="http://schemas.openxmlformats.org/officeDocument/2006/relationships/image" Target="../media/image6.jp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youtu.be/_uKRamoLaNA" TargetMode="External"/><Relationship Id="rId4" Type="http://schemas.openxmlformats.org/officeDocument/2006/relationships/hyperlink" Target="http://www.youtube.com/watch?v=_uKRamoLaNA" TargetMode="External"/><Relationship Id="rId5" Type="http://schemas.openxmlformats.org/officeDocument/2006/relationships/image" Target="../media/image3.jp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github.com/iotengineer22/tron-npu" TargetMode="External"/><Relationship Id="rId4" Type="http://schemas.openxmlformats.org/officeDocument/2006/relationships/hyperlink" Target="https://youtu.be/kwVPgD5SHRA" TargetMode="External"/><Relationship Id="rId5" Type="http://schemas.openxmlformats.org/officeDocument/2006/relationships/hyperlink" Target="https://youtu.be/Kv0S4wUMbmw"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txBox="1"/>
          <p:nvPr>
            <p:ph type="ctrTitle"/>
          </p:nvPr>
        </p:nvSpPr>
        <p:spPr>
          <a:xfrm>
            <a:off x="0" y="2188300"/>
            <a:ext cx="18288000" cy="3362400"/>
          </a:xfrm>
          <a:prstGeom prst="rect">
            <a:avLst/>
          </a:prstGeom>
          <a:noFill/>
          <a:ln>
            <a:noFill/>
          </a:ln>
        </p:spPr>
        <p:txBody>
          <a:bodyPr anchorCtr="0" anchor="b" bIns="182850" lIns="182850" spcFirstLastPara="1" rIns="182850" wrap="square" tIns="182850">
            <a:noAutofit/>
          </a:bodyPr>
          <a:lstStyle/>
          <a:p>
            <a:pPr indent="0" lvl="0" marL="0" rtl="0" algn="ctr">
              <a:lnSpc>
                <a:spcPct val="100000"/>
              </a:lnSpc>
              <a:spcBef>
                <a:spcPts val="0"/>
              </a:spcBef>
              <a:spcAft>
                <a:spcPts val="0"/>
              </a:spcAft>
              <a:buSzPts val="10400"/>
              <a:buNone/>
            </a:pPr>
            <a:r>
              <a:rPr b="0" lang="ja-JP" sz="7360">
                <a:solidFill>
                  <a:srgbClr val="000000"/>
                </a:solidFill>
                <a:latin typeface="BIZ UDPGothic"/>
                <a:ea typeface="BIZ UDPGothic"/>
                <a:cs typeface="BIZ UDPGothic"/>
                <a:sym typeface="BIZ UDPGothic"/>
              </a:rPr>
              <a:t>μT-Kernel 3.0とNPU/GPUによる</a:t>
            </a:r>
            <a:endParaRPr/>
          </a:p>
          <a:p>
            <a:pPr indent="0" lvl="0" marL="0" rtl="0" algn="ctr">
              <a:lnSpc>
                <a:spcPct val="100000"/>
              </a:lnSpc>
              <a:spcBef>
                <a:spcPts val="0"/>
              </a:spcBef>
              <a:spcAft>
                <a:spcPts val="0"/>
              </a:spcAft>
              <a:buSzPts val="10400"/>
              <a:buNone/>
            </a:pPr>
            <a:r>
              <a:rPr b="0" lang="ja-JP" sz="7360">
                <a:solidFill>
                  <a:srgbClr val="000000"/>
                </a:solidFill>
                <a:latin typeface="BIZ UDPGothic"/>
                <a:ea typeface="BIZ UDPGothic"/>
                <a:cs typeface="BIZ UDPGothic"/>
                <a:sym typeface="BIZ UDPGothic"/>
              </a:rPr>
              <a:t>リアルタイム画像AI認識</a:t>
            </a:r>
            <a:endParaRPr/>
          </a:p>
        </p:txBody>
      </p:sp>
      <p:sp>
        <p:nvSpPr>
          <p:cNvPr id="65" name="Google Shape;65;p1"/>
          <p:cNvSpPr txBox="1"/>
          <p:nvPr>
            <p:ph idx="1" type="subTitle"/>
          </p:nvPr>
        </p:nvSpPr>
        <p:spPr>
          <a:xfrm>
            <a:off x="623400" y="6604000"/>
            <a:ext cx="17041200" cy="3031800"/>
          </a:xfrm>
          <a:prstGeom prst="rect">
            <a:avLst/>
          </a:prstGeom>
          <a:noFill/>
          <a:ln>
            <a:noFill/>
          </a:ln>
        </p:spPr>
        <p:txBody>
          <a:bodyPr anchorCtr="0" anchor="t" bIns="182850" lIns="182850" spcFirstLastPara="1" rIns="182850" wrap="square" tIns="182850">
            <a:noAutofit/>
          </a:bodyPr>
          <a:lstStyle/>
          <a:p>
            <a:pPr indent="-457200" lvl="0" marL="457200" rtl="0" algn="ctr">
              <a:lnSpc>
                <a:spcPct val="100000"/>
              </a:lnSpc>
              <a:spcBef>
                <a:spcPts val="0"/>
              </a:spcBef>
              <a:spcAft>
                <a:spcPts val="0"/>
              </a:spcAft>
              <a:buSzPts val="5600"/>
              <a:buNone/>
            </a:pPr>
            <a:r>
              <a:rPr b="0" lang="ja-JP" sz="4800">
                <a:solidFill>
                  <a:srgbClr val="000000"/>
                </a:solidFill>
                <a:latin typeface="BIZ UDPGothic"/>
                <a:ea typeface="BIZ UDPGothic"/>
                <a:cs typeface="BIZ UDPGothic"/>
                <a:sym typeface="BIZ UDPGothic"/>
              </a:rPr>
              <a:t>@misoji_engineer</a:t>
            </a:r>
            <a:endParaRPr sz="4800"/>
          </a:p>
          <a:p>
            <a:pPr indent="-457200" lvl="0" marL="457200" rtl="0" algn="ctr">
              <a:lnSpc>
                <a:spcPct val="100000"/>
              </a:lnSpc>
              <a:spcBef>
                <a:spcPts val="0"/>
              </a:spcBef>
              <a:spcAft>
                <a:spcPts val="0"/>
              </a:spcAft>
              <a:buSzPts val="5600"/>
              <a:buNone/>
            </a:pPr>
            <a:r>
              <a:rPr b="0" lang="ja-JP" sz="4800">
                <a:solidFill>
                  <a:srgbClr val="000000"/>
                </a:solidFill>
                <a:latin typeface="BIZ UDPGothic"/>
                <a:ea typeface="BIZ UDPGothic"/>
                <a:cs typeface="BIZ UDPGothic"/>
                <a:sym typeface="BIZ UDPGothic"/>
              </a:rPr>
              <a:t>TRONプログラミングコンテスト2026</a:t>
            </a:r>
            <a:endParaRPr sz="4800"/>
          </a:p>
          <a:p>
            <a:pPr indent="-457200" lvl="0" marL="457200" rtl="0" algn="ctr">
              <a:lnSpc>
                <a:spcPct val="100000"/>
              </a:lnSpc>
              <a:spcBef>
                <a:spcPts val="0"/>
              </a:spcBef>
              <a:spcAft>
                <a:spcPts val="0"/>
              </a:spcAft>
              <a:buSzPts val="5600"/>
              <a:buNone/>
            </a:pPr>
            <a:r>
              <a:rPr lang="ja-JP" sz="4800">
                <a:solidFill>
                  <a:srgbClr val="000000"/>
                </a:solidFill>
                <a:latin typeface="BIZ UDPGothic"/>
                <a:ea typeface="BIZ UDPGothic"/>
                <a:cs typeface="BIZ UDPGothic"/>
                <a:sym typeface="BIZ UDPGothic"/>
              </a:rPr>
              <a:t>RTOS</a:t>
            </a:r>
            <a:r>
              <a:rPr b="0" lang="ja-JP" sz="4800">
                <a:solidFill>
                  <a:srgbClr val="000000"/>
                </a:solidFill>
                <a:latin typeface="BIZ UDPGothic"/>
                <a:ea typeface="BIZ UDPGothic"/>
                <a:cs typeface="BIZ UDPGothic"/>
                <a:sym typeface="BIZ UDPGothic"/>
              </a:rPr>
              <a:t>アプリケーション部門</a:t>
            </a:r>
            <a:endParaRPr sz="4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3"/>
          <p:cNvSpPr txBox="1"/>
          <p:nvPr>
            <p:ph type="title"/>
          </p:nvPr>
        </p:nvSpPr>
        <p:spPr>
          <a:xfrm>
            <a:off x="623400" y="572400"/>
            <a:ext cx="17041200" cy="11454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b="0" lang="ja-JP" sz="6440">
                <a:solidFill>
                  <a:srgbClr val="000000"/>
                </a:solidFill>
                <a:latin typeface="BIZ UDPGothic"/>
                <a:ea typeface="BIZ UDPGothic"/>
                <a:cs typeface="BIZ UDPGothic"/>
                <a:sym typeface="BIZ UDPGothic"/>
              </a:rPr>
              <a:t>アジェンダ</a:t>
            </a:r>
            <a:endParaRPr/>
          </a:p>
        </p:txBody>
      </p:sp>
      <p:sp>
        <p:nvSpPr>
          <p:cNvPr id="71" name="Google Shape;71;p3"/>
          <p:cNvSpPr txBox="1"/>
          <p:nvPr>
            <p:ph idx="1" type="body"/>
          </p:nvPr>
        </p:nvSpPr>
        <p:spPr>
          <a:xfrm>
            <a:off x="623400" y="3063000"/>
            <a:ext cx="17041200" cy="6504600"/>
          </a:xfrm>
          <a:prstGeom prst="rect">
            <a:avLst/>
          </a:prstGeom>
          <a:noFill/>
          <a:ln>
            <a:noFill/>
          </a:ln>
        </p:spPr>
        <p:txBody>
          <a:bodyPr anchorCtr="0" anchor="t" bIns="182850" lIns="182850" spcFirstLastPara="1" rIns="182850" wrap="square" tIns="182850">
            <a:normAutofit fontScale="85000" lnSpcReduction="20000"/>
          </a:bodyPr>
          <a:lstStyle/>
          <a:p>
            <a:pPr indent="0" lvl="0" marL="457200" rtl="0" algn="l">
              <a:lnSpc>
                <a:spcPct val="115000"/>
              </a:lnSpc>
              <a:spcBef>
                <a:spcPts val="0"/>
              </a:spcBef>
              <a:spcAft>
                <a:spcPts val="0"/>
              </a:spcAft>
              <a:buNone/>
            </a:pPr>
            <a:r>
              <a:rPr b="0" lang="ja-JP" sz="3600">
                <a:solidFill>
                  <a:srgbClr val="000000"/>
                </a:solidFill>
                <a:latin typeface="BIZ UDPGothic"/>
                <a:ea typeface="BIZ UDPGothic"/>
                <a:cs typeface="BIZ UDPGothic"/>
                <a:sym typeface="BIZ UDPGothic"/>
              </a:rPr>
              <a:t>1. 開発背景と課題（組み込みビジョンAIのボトルネック）</a:t>
            </a:r>
            <a:endParaRPr b="0" sz="3600">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t/>
            </a:r>
            <a:endParaRPr>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rPr b="0" lang="ja-JP" sz="3600">
                <a:solidFill>
                  <a:srgbClr val="000000"/>
                </a:solidFill>
                <a:latin typeface="BIZ UDPGothic"/>
                <a:ea typeface="BIZ UDPGothic"/>
                <a:cs typeface="BIZ UDPGothic"/>
                <a:sym typeface="BIZ UDPGothic"/>
              </a:rPr>
              <a:t>2. ハードウェアシステム構成（EK-RA8P1 + NPU + GPU）</a:t>
            </a:r>
            <a:endParaRPr b="0" sz="3600">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t/>
            </a:r>
            <a:endParaRPr>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rPr b="0" lang="ja-JP" sz="3600">
                <a:solidFill>
                  <a:srgbClr val="000000"/>
                </a:solidFill>
                <a:latin typeface="BIZ UDPGothic"/>
                <a:ea typeface="BIZ UDPGothic"/>
                <a:cs typeface="BIZ UDPGothic"/>
                <a:sym typeface="BIZ UDPGothic"/>
              </a:rPr>
              <a:t>3. μT-Kernel 3.0 マルチタスク設計（UIタスク vs AI推論タスク）</a:t>
            </a:r>
            <a:endParaRPr b="0" sz="3600">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t/>
            </a:r>
            <a:endParaRPr>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rPr b="0" lang="ja-JP" sz="3600">
                <a:solidFill>
                  <a:srgbClr val="000000"/>
                </a:solidFill>
                <a:latin typeface="BIZ UDPGothic"/>
                <a:ea typeface="BIZ UDPGothic"/>
                <a:cs typeface="BIZ UDPGothic"/>
                <a:sym typeface="BIZ UDPGothic"/>
              </a:rPr>
              <a:t>4. Dave2D GPU と Ethos-U55 NPU の協調動作シーケンス</a:t>
            </a:r>
            <a:endParaRPr b="0" sz="3600">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t/>
            </a:r>
            <a:endParaRPr>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rPr b="0" lang="ja-JP" sz="3600">
                <a:solidFill>
                  <a:srgbClr val="000000"/>
                </a:solidFill>
                <a:latin typeface="BIZ UDPGothic"/>
                <a:ea typeface="BIZ UDPGothic"/>
                <a:cs typeface="BIZ UDPGothic"/>
                <a:sym typeface="BIZ UDPGothic"/>
              </a:rPr>
              <a:t>5. 実装AIアプリケーション（YOLO・MobileNet・FOMO）</a:t>
            </a:r>
            <a:endParaRPr b="0" sz="3600">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t/>
            </a:r>
            <a:endParaRPr>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rPr b="0" lang="ja-JP" sz="3600">
                <a:solidFill>
                  <a:srgbClr val="000000"/>
                </a:solidFill>
                <a:latin typeface="BIZ UDPGothic"/>
                <a:ea typeface="BIZ UDPGothic"/>
                <a:cs typeface="BIZ UDPGothic"/>
                <a:sym typeface="BIZ UDPGothic"/>
              </a:rPr>
              <a:t>6. 実機ベンチマーク評価（CPU単体 vs NPU実行：最大130倍高速化）</a:t>
            </a:r>
            <a:endParaRPr b="0" sz="3600">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t/>
            </a:r>
            <a:endParaRPr>
              <a:solidFill>
                <a:srgbClr val="000000"/>
              </a:solidFill>
              <a:latin typeface="BIZ UDPGothic"/>
              <a:ea typeface="BIZ UDPGothic"/>
              <a:cs typeface="BIZ UDPGothic"/>
              <a:sym typeface="BIZ UDPGothic"/>
            </a:endParaRPr>
          </a:p>
          <a:p>
            <a:pPr indent="0" lvl="0" marL="457200" rtl="0" algn="l">
              <a:lnSpc>
                <a:spcPct val="115000"/>
              </a:lnSpc>
              <a:spcBef>
                <a:spcPts val="0"/>
              </a:spcBef>
              <a:spcAft>
                <a:spcPts val="0"/>
              </a:spcAft>
              <a:buNone/>
            </a:pPr>
            <a:r>
              <a:rPr b="0" lang="ja-JP" sz="3600">
                <a:solidFill>
                  <a:srgbClr val="000000"/>
                </a:solidFill>
                <a:latin typeface="BIZ UDPGothic"/>
                <a:ea typeface="BIZ UDPGothic"/>
                <a:cs typeface="BIZ UDPGothic"/>
                <a:sym typeface="BIZ UDPGothic"/>
              </a:rPr>
              <a:t>7. 成果のオープンソース公開と今後の展望</a:t>
            </a:r>
            <a:endParaRPr/>
          </a:p>
        </p:txBody>
      </p:sp>
      <p:sp>
        <p:nvSpPr>
          <p:cNvPr id="72" name="Google Shape;72;p3"/>
          <p:cNvSpPr txBox="1"/>
          <p:nvPr/>
        </p:nvSpPr>
        <p:spPr>
          <a:xfrm>
            <a:off x="623400" y="1849497"/>
            <a:ext cx="17296200" cy="1081800"/>
          </a:xfrm>
          <a:prstGeom prst="rect">
            <a:avLst/>
          </a:prstGeom>
          <a:solidFill>
            <a:srgbClr val="1C4587"/>
          </a:solidFill>
          <a:ln>
            <a:noFill/>
          </a:ln>
        </p:spPr>
        <p:txBody>
          <a:bodyPr anchorCtr="0" anchor="t" bIns="182850" lIns="182850" spcFirstLastPara="1" rIns="182850" wrap="square" tIns="182850">
            <a:noAutofit/>
          </a:bodyPr>
          <a:lstStyle/>
          <a:p>
            <a:pPr indent="0" lvl="0" marL="0" marR="0" rtl="0" algn="ctr">
              <a:lnSpc>
                <a:spcPct val="100000"/>
              </a:lnSpc>
              <a:spcBef>
                <a:spcPts val="0"/>
              </a:spcBef>
              <a:spcAft>
                <a:spcPts val="0"/>
              </a:spcAft>
              <a:buNone/>
            </a:pPr>
            <a:r>
              <a:rPr lang="ja-JP" sz="4800">
                <a:solidFill>
                  <a:srgbClr val="FFFFFF"/>
                </a:solidFill>
                <a:latin typeface="BIZ UDPGothic"/>
                <a:ea typeface="BIZ UDPGothic"/>
                <a:cs typeface="BIZ UDPGothic"/>
                <a:sym typeface="BIZ UDPGothic"/>
              </a:rPr>
              <a:t>リポジトリ</a:t>
            </a:r>
            <a:r>
              <a:rPr lang="ja-JP" sz="4800">
                <a:solidFill>
                  <a:srgbClr val="FFFFFF"/>
                </a:solidFill>
                <a:latin typeface="BIZ UDPGothic"/>
                <a:ea typeface="BIZ UDPGothic"/>
                <a:cs typeface="BIZ UDPGothic"/>
                <a:sym typeface="BIZ UDPGothic"/>
              </a:rPr>
              <a:t>紹介</a:t>
            </a:r>
            <a:r>
              <a:rPr b="0" i="0" lang="ja-JP" sz="4800" u="none" cap="none" strike="noStrike">
                <a:solidFill>
                  <a:srgbClr val="FFFFFF"/>
                </a:solidFill>
                <a:latin typeface="BIZ UDPGothic"/>
                <a:ea typeface="BIZ UDPGothic"/>
                <a:cs typeface="BIZ UDPGothic"/>
                <a:sym typeface="BIZ UDPGothic"/>
              </a:rPr>
              <a:t>内容</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4" title="tron_face8.png"/>
          <p:cNvPicPr preferRelativeResize="0"/>
          <p:nvPr/>
        </p:nvPicPr>
        <p:blipFill>
          <a:blip r:embed="rId3">
            <a:alphaModFix/>
          </a:blip>
          <a:stretch>
            <a:fillRect/>
          </a:stretch>
        </p:blipFill>
        <p:spPr>
          <a:xfrm>
            <a:off x="8935275" y="3806376"/>
            <a:ext cx="9137102" cy="5139574"/>
          </a:xfrm>
          <a:prstGeom prst="rect">
            <a:avLst/>
          </a:prstGeom>
          <a:noFill/>
          <a:ln cap="flat" cmpd="sng" w="28575">
            <a:solidFill>
              <a:schemeClr val="dk1"/>
            </a:solidFill>
            <a:prstDash val="solid"/>
            <a:round/>
            <a:headEnd len="sm" w="sm" type="none"/>
            <a:tailEnd len="sm" w="sm" type="none"/>
          </a:ln>
        </p:spPr>
      </p:pic>
      <p:sp>
        <p:nvSpPr>
          <p:cNvPr id="78" name="Google Shape;78;p4"/>
          <p:cNvSpPr txBox="1"/>
          <p:nvPr>
            <p:ph type="title"/>
          </p:nvPr>
        </p:nvSpPr>
        <p:spPr>
          <a:xfrm>
            <a:off x="623400" y="572400"/>
            <a:ext cx="17041200" cy="11454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b="0" lang="ja-JP" sz="6440">
                <a:solidFill>
                  <a:srgbClr val="000000"/>
                </a:solidFill>
                <a:latin typeface="BIZ UDPGothic"/>
                <a:ea typeface="BIZ UDPGothic"/>
                <a:cs typeface="BIZ UDPGothic"/>
                <a:sym typeface="BIZ UDPGothic"/>
              </a:rPr>
              <a:t>開発背景と課題</a:t>
            </a:r>
            <a:endParaRPr/>
          </a:p>
        </p:txBody>
      </p:sp>
      <p:sp>
        <p:nvSpPr>
          <p:cNvPr id="79" name="Google Shape;79;p4"/>
          <p:cNvSpPr txBox="1"/>
          <p:nvPr>
            <p:ph idx="1" type="body"/>
          </p:nvPr>
        </p:nvSpPr>
        <p:spPr>
          <a:xfrm>
            <a:off x="80200" y="3147875"/>
            <a:ext cx="9816300" cy="68505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組み込みビジョンAIにおける2大ボトルネック:</a:t>
            </a:r>
            <a:endParaRPr sz="2800">
              <a:solidFill>
                <a:srgbClr val="000000"/>
              </a:solidFill>
              <a:latin typeface="BIZ UDPGothic"/>
              <a:ea typeface="BIZ UDPGothic"/>
              <a:cs typeface="BIZ UDPGothic"/>
              <a:sym typeface="BIZ UDPGothic"/>
            </a:endParaRPr>
          </a:p>
          <a:p>
            <a:pPr indent="457200" lvl="0" marL="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a:t>
            </a:r>
            <a:r>
              <a:rPr b="0" lang="ja-JP" sz="2800">
                <a:solidFill>
                  <a:srgbClr val="000000"/>
                </a:solidFill>
                <a:latin typeface="BIZ UDPGothic"/>
                <a:ea typeface="BIZ UDPGothic"/>
                <a:cs typeface="BIZ UDPGothic"/>
                <a:sym typeface="BIZ UDPGothic"/>
              </a:rPr>
              <a:t>課題1（画面のチラつき）: </a:t>
            </a:r>
            <a:endParaRPr b="0" sz="2800">
              <a:solidFill>
                <a:srgbClr val="000000"/>
              </a:solidFill>
              <a:latin typeface="BIZ UDPGothic"/>
              <a:ea typeface="BIZ UDPGothic"/>
              <a:cs typeface="BIZ UDPGothic"/>
              <a:sym typeface="BIZ UDPGothic"/>
            </a:endParaRPr>
          </a:p>
          <a:p>
            <a:pPr indent="457200" lvl="0" marL="45720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カメラ取り込み・液晶描画がAI演算で阻害される</a:t>
            </a:r>
            <a:endParaRPr/>
          </a:p>
          <a:p>
            <a:pPr indent="457200" lvl="0" marL="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a:t>
            </a:r>
            <a:r>
              <a:rPr b="0" lang="ja-JP" sz="2800">
                <a:solidFill>
                  <a:srgbClr val="000000"/>
                </a:solidFill>
                <a:latin typeface="BIZ UDPGothic"/>
                <a:ea typeface="BIZ UDPGothic"/>
                <a:cs typeface="BIZ UDPGothic"/>
                <a:sym typeface="BIZ UDPGothic"/>
              </a:rPr>
              <a:t>課題2（CPUの100%占有）: </a:t>
            </a:r>
            <a:endParaRPr b="0" sz="2800">
              <a:solidFill>
                <a:srgbClr val="000000"/>
              </a:solidFill>
              <a:latin typeface="BIZ UDPGothic"/>
              <a:ea typeface="BIZ UDPGothic"/>
              <a:cs typeface="BIZ UDPGothic"/>
              <a:sym typeface="BIZ UDPGothic"/>
            </a:endParaRPr>
          </a:p>
          <a:p>
            <a:pPr indent="457200" lvl="0" marL="45720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画像認識(</a:t>
            </a:r>
            <a:r>
              <a:rPr b="0" lang="ja-JP" sz="2800">
                <a:solidFill>
                  <a:srgbClr val="000000"/>
                </a:solidFill>
                <a:latin typeface="BIZ UDPGothic"/>
                <a:ea typeface="BIZ UDPGothic"/>
                <a:cs typeface="BIZ UDPGothic"/>
                <a:sym typeface="BIZ UDPGothic"/>
              </a:rPr>
              <a:t>YOLO等</a:t>
            </a:r>
            <a:r>
              <a:rPr lang="ja-JP" sz="2800">
                <a:solidFill>
                  <a:srgbClr val="000000"/>
                </a:solidFill>
                <a:latin typeface="BIZ UDPGothic"/>
                <a:ea typeface="BIZ UDPGothic"/>
                <a:cs typeface="BIZ UDPGothic"/>
                <a:sym typeface="BIZ UDPGothic"/>
              </a:rPr>
              <a:t>)で</a:t>
            </a:r>
            <a:r>
              <a:rPr b="0" lang="ja-JP" sz="2800">
                <a:solidFill>
                  <a:srgbClr val="000000"/>
                </a:solidFill>
                <a:latin typeface="BIZ UDPGothic"/>
                <a:ea typeface="BIZ UDPGothic"/>
                <a:cs typeface="BIZ UDPGothic"/>
                <a:sym typeface="BIZ UDPGothic"/>
              </a:rPr>
              <a:t>約</a:t>
            </a:r>
            <a:r>
              <a:rPr lang="ja-JP" sz="2800">
                <a:solidFill>
                  <a:srgbClr val="000000"/>
                </a:solidFill>
                <a:latin typeface="BIZ UDPGothic"/>
                <a:ea typeface="BIZ UDPGothic"/>
                <a:cs typeface="BIZ UDPGothic"/>
                <a:sym typeface="BIZ UDPGothic"/>
              </a:rPr>
              <a:t>数</a:t>
            </a:r>
            <a:r>
              <a:rPr b="0" lang="ja-JP" sz="2800">
                <a:solidFill>
                  <a:srgbClr val="000000"/>
                </a:solidFill>
                <a:latin typeface="BIZ UDPGothic"/>
                <a:ea typeface="BIZ UDPGothic"/>
                <a:cs typeface="BIZ UDPGothic"/>
                <a:sym typeface="BIZ UDPGothic"/>
              </a:rPr>
              <a:t>秒間CPUが停止</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本作品のアプローチ:</a:t>
            </a:r>
            <a:endParaRPr/>
          </a:p>
          <a:p>
            <a:pPr indent="457200" lvl="0" marL="0" rtl="0" algn="l">
              <a:lnSpc>
                <a:spcPct val="115000"/>
              </a:lnSpc>
              <a:spcBef>
                <a:spcPts val="0"/>
              </a:spcBef>
              <a:spcAft>
                <a:spcPts val="0"/>
              </a:spcAft>
              <a:buNone/>
            </a:pPr>
            <a:r>
              <a:rPr b="0" lang="ja-JP" sz="2800" u="sng">
                <a:solidFill>
                  <a:srgbClr val="000000"/>
                </a:solidFill>
                <a:latin typeface="BIZ UDPGothic"/>
                <a:ea typeface="BIZ UDPGothic"/>
                <a:cs typeface="BIZ UDPGothic"/>
                <a:sym typeface="BIZ UDPGothic"/>
              </a:rPr>
              <a:t>・μT-Kernel 3.0により、GPU</a:t>
            </a:r>
            <a:r>
              <a:rPr lang="ja-JP" sz="2800" u="sng">
                <a:solidFill>
                  <a:srgbClr val="000000"/>
                </a:solidFill>
                <a:latin typeface="BIZ UDPGothic"/>
                <a:ea typeface="BIZ UDPGothic"/>
                <a:cs typeface="BIZ UDPGothic"/>
                <a:sym typeface="BIZ UDPGothic"/>
              </a:rPr>
              <a:t>/</a:t>
            </a:r>
            <a:r>
              <a:rPr b="0" lang="ja-JP" sz="2800" u="sng">
                <a:solidFill>
                  <a:srgbClr val="000000"/>
                </a:solidFill>
                <a:latin typeface="BIZ UDPGothic"/>
                <a:ea typeface="BIZ UDPGothic"/>
                <a:cs typeface="BIZ UDPGothic"/>
                <a:sym typeface="BIZ UDPGothic"/>
              </a:rPr>
              <a:t>NPUを並列動作</a:t>
            </a:r>
            <a:endParaRPr u="sng"/>
          </a:p>
          <a:p>
            <a:pPr indent="0" lvl="0" marL="45720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a:t>
            </a:r>
            <a:r>
              <a:rPr lang="ja-JP" sz="2800">
                <a:solidFill>
                  <a:schemeClr val="dk1"/>
                </a:solidFill>
                <a:latin typeface="BIZ UDPGothic"/>
                <a:ea typeface="BIZ UDPGothic"/>
                <a:cs typeface="BIZ UDPGothic"/>
                <a:sym typeface="BIZ UDPGothic"/>
              </a:rPr>
              <a:t>液晶描画</a:t>
            </a:r>
            <a:r>
              <a:rPr b="0" lang="ja-JP" sz="2800">
                <a:solidFill>
                  <a:srgbClr val="000000"/>
                </a:solidFill>
                <a:latin typeface="BIZ UDPGothic"/>
                <a:ea typeface="BIZ UDPGothic"/>
                <a:cs typeface="BIZ UDPGothic"/>
                <a:sym typeface="BIZ UDPGothic"/>
              </a:rPr>
              <a:t>60Hz表示とミリ秒台のAI推論を両立</a:t>
            </a:r>
            <a:r>
              <a:rPr lang="ja-JP" sz="2800">
                <a:solidFill>
                  <a:srgbClr val="000000"/>
                </a:solidFill>
                <a:latin typeface="BIZ UDPGothic"/>
                <a:ea typeface="BIZ UDPGothic"/>
                <a:cs typeface="BIZ UDPGothic"/>
                <a:sym typeface="BIZ UDPGothic"/>
              </a:rPr>
              <a:t>)</a:t>
            </a:r>
            <a:endParaRPr/>
          </a:p>
        </p:txBody>
      </p:sp>
      <p:sp>
        <p:nvSpPr>
          <p:cNvPr id="80" name="Google Shape;80;p4"/>
          <p:cNvSpPr txBox="1"/>
          <p:nvPr/>
        </p:nvSpPr>
        <p:spPr>
          <a:xfrm>
            <a:off x="623400" y="1849497"/>
            <a:ext cx="17296200" cy="1081800"/>
          </a:xfrm>
          <a:prstGeom prst="rect">
            <a:avLst/>
          </a:prstGeom>
          <a:solidFill>
            <a:srgbClr val="1C4587"/>
          </a:solidFill>
          <a:ln>
            <a:noFill/>
          </a:ln>
        </p:spPr>
        <p:txBody>
          <a:bodyPr anchorCtr="0" anchor="t" bIns="182850" lIns="182850" spcFirstLastPara="1" rIns="182850" wrap="square" tIns="182850">
            <a:noAutofit/>
          </a:bodyPr>
          <a:lstStyle/>
          <a:p>
            <a:pPr indent="0" lvl="0" marL="0" marR="0" rtl="0" algn="ctr">
              <a:lnSpc>
                <a:spcPct val="100000"/>
              </a:lnSpc>
              <a:spcBef>
                <a:spcPts val="0"/>
              </a:spcBef>
              <a:spcAft>
                <a:spcPts val="0"/>
              </a:spcAft>
              <a:buNone/>
            </a:pPr>
            <a:r>
              <a:rPr lang="ja-JP" sz="4200">
                <a:solidFill>
                  <a:srgbClr val="FFFFFF"/>
                </a:solidFill>
                <a:latin typeface="BIZ UDPGothic"/>
                <a:ea typeface="BIZ UDPGothic"/>
                <a:cs typeface="BIZ UDPGothic"/>
                <a:sym typeface="BIZ UDPGothic"/>
              </a:rPr>
              <a:t>「</a:t>
            </a:r>
            <a:r>
              <a:rPr b="0" i="0" lang="ja-JP" sz="4200" u="none" cap="none" strike="noStrike">
                <a:solidFill>
                  <a:srgbClr val="FFFFFF"/>
                </a:solidFill>
                <a:latin typeface="BIZ UDPGothic"/>
                <a:ea typeface="BIZ UDPGothic"/>
                <a:cs typeface="BIZ UDPGothic"/>
                <a:sym typeface="BIZ UDPGothic"/>
              </a:rPr>
              <a:t>カメラ映像</a:t>
            </a:r>
            <a:r>
              <a:rPr lang="ja-JP" sz="4200">
                <a:solidFill>
                  <a:srgbClr val="FFFFFF"/>
                </a:solidFill>
                <a:latin typeface="BIZ UDPGothic"/>
                <a:ea typeface="BIZ UDPGothic"/>
                <a:cs typeface="BIZ UDPGothic"/>
                <a:sym typeface="BIZ UDPGothic"/>
              </a:rPr>
              <a:t>の</a:t>
            </a:r>
            <a:r>
              <a:rPr b="0" i="0" lang="ja-JP" sz="4200" u="none" cap="none" strike="noStrike">
                <a:solidFill>
                  <a:srgbClr val="FFFFFF"/>
                </a:solidFill>
                <a:latin typeface="BIZ UDPGothic"/>
                <a:ea typeface="BIZ UDPGothic"/>
                <a:cs typeface="BIZ UDPGothic"/>
                <a:sym typeface="BIZ UDPGothic"/>
              </a:rPr>
              <a:t>表示</a:t>
            </a:r>
            <a:r>
              <a:rPr lang="ja-JP" sz="4200">
                <a:solidFill>
                  <a:srgbClr val="FFFFFF"/>
                </a:solidFill>
                <a:latin typeface="BIZ UDPGothic"/>
                <a:ea typeface="BIZ UDPGothic"/>
                <a:cs typeface="BIZ UDPGothic"/>
                <a:sym typeface="BIZ UDPGothic"/>
              </a:rPr>
              <a:t>」</a:t>
            </a:r>
            <a:r>
              <a:rPr b="0" i="0" lang="ja-JP" sz="4200" u="none" cap="none" strike="noStrike">
                <a:solidFill>
                  <a:srgbClr val="FFFFFF"/>
                </a:solidFill>
                <a:latin typeface="BIZ UDPGothic"/>
                <a:ea typeface="BIZ UDPGothic"/>
                <a:cs typeface="BIZ UDPGothic"/>
                <a:sym typeface="BIZ UDPGothic"/>
              </a:rPr>
              <a:t>と</a:t>
            </a:r>
            <a:r>
              <a:rPr lang="ja-JP" sz="4200">
                <a:solidFill>
                  <a:srgbClr val="FFFFFF"/>
                </a:solidFill>
                <a:latin typeface="BIZ UDPGothic"/>
                <a:ea typeface="BIZ UDPGothic"/>
                <a:cs typeface="BIZ UDPGothic"/>
                <a:sym typeface="BIZ UDPGothic"/>
              </a:rPr>
              <a:t>「エッジAI</a:t>
            </a:r>
            <a:r>
              <a:rPr b="0" i="0" lang="ja-JP" sz="4200" u="none" cap="none" strike="noStrike">
                <a:solidFill>
                  <a:srgbClr val="FFFFFF"/>
                </a:solidFill>
                <a:latin typeface="BIZ UDPGothic"/>
                <a:ea typeface="BIZ UDPGothic"/>
                <a:cs typeface="BIZ UDPGothic"/>
                <a:sym typeface="BIZ UDPGothic"/>
              </a:rPr>
              <a:t>演算</a:t>
            </a:r>
            <a:r>
              <a:rPr lang="ja-JP" sz="4200">
                <a:solidFill>
                  <a:srgbClr val="FFFFFF"/>
                </a:solidFill>
                <a:latin typeface="BIZ UDPGothic"/>
                <a:ea typeface="BIZ UDPGothic"/>
                <a:cs typeface="BIZ UDPGothic"/>
                <a:sym typeface="BIZ UDPGothic"/>
              </a:rPr>
              <a:t>」</a:t>
            </a:r>
            <a:r>
              <a:rPr b="0" i="0" lang="ja-JP" sz="4200" u="none" cap="none" strike="noStrike">
                <a:solidFill>
                  <a:srgbClr val="FFFFFF"/>
                </a:solidFill>
                <a:latin typeface="BIZ UDPGothic"/>
                <a:ea typeface="BIZ UDPGothic"/>
                <a:cs typeface="BIZ UDPGothic"/>
                <a:sym typeface="BIZ UDPGothic"/>
              </a:rPr>
              <a:t>の衝突をRTOSで解決</a:t>
            </a:r>
            <a:endParaRPr/>
          </a:p>
        </p:txBody>
      </p:sp>
      <p:sp>
        <p:nvSpPr>
          <p:cNvPr id="81" name="Google Shape;81;p4"/>
          <p:cNvSpPr/>
          <p:nvPr/>
        </p:nvSpPr>
        <p:spPr>
          <a:xfrm>
            <a:off x="3989175" y="6060175"/>
            <a:ext cx="1154400" cy="1307100"/>
          </a:xfrm>
          <a:prstGeom prst="down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5"/>
          <p:cNvSpPr txBox="1"/>
          <p:nvPr>
            <p:ph type="title"/>
          </p:nvPr>
        </p:nvSpPr>
        <p:spPr>
          <a:xfrm>
            <a:off x="623400" y="572400"/>
            <a:ext cx="17041200" cy="11454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b="0" lang="ja-JP" sz="6440">
                <a:solidFill>
                  <a:srgbClr val="000000"/>
                </a:solidFill>
                <a:latin typeface="BIZ UDPGothic"/>
                <a:ea typeface="BIZ UDPGothic"/>
                <a:cs typeface="BIZ UDPGothic"/>
                <a:sym typeface="BIZ UDPGothic"/>
              </a:rPr>
              <a:t>ハードウェアシステム構成</a:t>
            </a:r>
            <a:endParaRPr/>
          </a:p>
        </p:txBody>
      </p:sp>
      <p:sp>
        <p:nvSpPr>
          <p:cNvPr id="87" name="Google Shape;87;p5"/>
          <p:cNvSpPr txBox="1"/>
          <p:nvPr>
            <p:ph idx="1" type="body"/>
          </p:nvPr>
        </p:nvSpPr>
        <p:spPr>
          <a:xfrm>
            <a:off x="623400" y="3063000"/>
            <a:ext cx="9154500" cy="40263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ルネサス EK-RA8P1 評価ボードスペック:</a:t>
            </a:r>
            <a:endParaRPr/>
          </a:p>
          <a:p>
            <a:pPr indent="0" lvl="0" marL="0" rtl="0" algn="l">
              <a:lnSpc>
                <a:spcPct val="115000"/>
              </a:lnSpc>
              <a:spcBef>
                <a:spcPts val="0"/>
              </a:spcBef>
              <a:spcAft>
                <a:spcPts val="0"/>
              </a:spcAft>
              <a:buNone/>
            </a:pPr>
            <a:r>
              <a:rPr b="0" lang="ja-JP" sz="2300">
                <a:solidFill>
                  <a:srgbClr val="000000"/>
                </a:solidFill>
                <a:latin typeface="BIZ UDPGothic"/>
                <a:ea typeface="BIZ UDPGothic"/>
                <a:cs typeface="BIZ UDPGothic"/>
                <a:sym typeface="BIZ UDPGothic"/>
              </a:rPr>
              <a:t>  ・メインCPU: Arm Cortex-M85 </a:t>
            </a:r>
            <a:endParaRPr sz="3100"/>
          </a:p>
          <a:p>
            <a:pPr indent="0" lvl="0" marL="0" rtl="0" algn="l">
              <a:lnSpc>
                <a:spcPct val="115000"/>
              </a:lnSpc>
              <a:spcBef>
                <a:spcPts val="0"/>
              </a:spcBef>
              <a:spcAft>
                <a:spcPts val="0"/>
              </a:spcAft>
              <a:buNone/>
            </a:pPr>
            <a:r>
              <a:rPr b="0" lang="ja-JP" sz="2300">
                <a:solidFill>
                  <a:srgbClr val="000000"/>
                </a:solidFill>
                <a:latin typeface="BIZ UDPGothic"/>
                <a:ea typeface="BIZ UDPGothic"/>
                <a:cs typeface="BIZ UDPGothic"/>
                <a:sym typeface="BIZ UDPGothic"/>
              </a:rPr>
              <a:t>  ・AIアクセラレータ: Arm Ethos-U55 NPU</a:t>
            </a:r>
            <a:endParaRPr sz="3100"/>
          </a:p>
          <a:p>
            <a:pPr indent="0" lvl="0" marL="0" rtl="0" algn="l">
              <a:lnSpc>
                <a:spcPct val="115000"/>
              </a:lnSpc>
              <a:spcBef>
                <a:spcPts val="0"/>
              </a:spcBef>
              <a:spcAft>
                <a:spcPts val="0"/>
              </a:spcAft>
              <a:buNone/>
            </a:pPr>
            <a:r>
              <a:rPr b="0" lang="ja-JP" sz="2300">
                <a:solidFill>
                  <a:srgbClr val="000000"/>
                </a:solidFill>
                <a:latin typeface="BIZ UDPGothic"/>
                <a:ea typeface="BIZ UDPGothic"/>
                <a:cs typeface="BIZ UDPGothic"/>
                <a:sym typeface="BIZ UDPGothic"/>
              </a:rPr>
              <a:t>  ・2DグラフィックスGPU: D/AVE 2D エンジン</a:t>
            </a:r>
            <a:endParaRPr sz="3100"/>
          </a:p>
          <a:p>
            <a:pPr indent="0" lvl="0" marL="0" rtl="0" algn="l">
              <a:lnSpc>
                <a:spcPct val="115000"/>
              </a:lnSpc>
              <a:spcBef>
                <a:spcPts val="0"/>
              </a:spcBef>
              <a:spcAft>
                <a:spcPts val="0"/>
              </a:spcAft>
              <a:buNone/>
            </a:pPr>
            <a:r>
              <a:rPr b="0" lang="ja-JP" sz="2300">
                <a:solidFill>
                  <a:srgbClr val="000000"/>
                </a:solidFill>
                <a:latin typeface="BIZ UDPGothic"/>
                <a:ea typeface="BIZ UDPGothic"/>
                <a:cs typeface="BIZ UDPGothic"/>
                <a:sym typeface="BIZ UDPGothic"/>
              </a:rPr>
              <a:t>  ・メモリ: 外部SDRAM 32MB</a:t>
            </a:r>
            <a:endParaRPr sz="23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300">
                <a:solidFill>
                  <a:srgbClr val="000000"/>
                </a:solidFill>
                <a:latin typeface="BIZ UDPGothic"/>
                <a:ea typeface="BIZ UDPGothic"/>
                <a:cs typeface="BIZ UDPGothic"/>
                <a:sym typeface="BIZ UDPGothic"/>
              </a:rPr>
              <a:t>  ・カメラ・液晶: MIPI-CSI2 OV5640</a:t>
            </a:r>
            <a:endParaRPr sz="2300">
              <a:solidFill>
                <a:srgbClr val="000000"/>
              </a:solidFill>
              <a:latin typeface="BIZ UDPGothic"/>
              <a:ea typeface="BIZ UDPGothic"/>
              <a:cs typeface="BIZ UDPGothic"/>
              <a:sym typeface="BIZ UDPGothic"/>
            </a:endParaRPr>
          </a:p>
          <a:p>
            <a:pPr indent="457200" lvl="0" marL="1828800" rtl="0" algn="l">
              <a:lnSpc>
                <a:spcPct val="115000"/>
              </a:lnSpc>
              <a:spcBef>
                <a:spcPts val="0"/>
              </a:spcBef>
              <a:spcAft>
                <a:spcPts val="0"/>
              </a:spcAft>
              <a:buNone/>
            </a:pPr>
            <a:r>
              <a:rPr lang="ja-JP" sz="2300">
                <a:solidFill>
                  <a:srgbClr val="000000"/>
                </a:solidFill>
                <a:latin typeface="BIZ UDPGothic"/>
                <a:ea typeface="BIZ UDPGothic"/>
                <a:cs typeface="BIZ UDPGothic"/>
                <a:sym typeface="BIZ UDPGothic"/>
              </a:rPr>
              <a:t>　</a:t>
            </a:r>
            <a:r>
              <a:rPr b="0" lang="ja-JP" sz="2300">
                <a:solidFill>
                  <a:srgbClr val="000000"/>
                </a:solidFill>
                <a:latin typeface="BIZ UDPGothic"/>
                <a:ea typeface="BIZ UDPGothic"/>
                <a:cs typeface="BIZ UDPGothic"/>
                <a:sym typeface="BIZ UDPGothic"/>
              </a:rPr>
              <a:t>1024x600 TFTカラー液晶</a:t>
            </a:r>
            <a:endParaRPr sz="3100"/>
          </a:p>
        </p:txBody>
      </p:sp>
      <p:sp>
        <p:nvSpPr>
          <p:cNvPr id="88" name="Google Shape;88;p5"/>
          <p:cNvSpPr txBox="1"/>
          <p:nvPr/>
        </p:nvSpPr>
        <p:spPr>
          <a:xfrm>
            <a:off x="623400" y="1849497"/>
            <a:ext cx="17296200" cy="1081800"/>
          </a:xfrm>
          <a:prstGeom prst="rect">
            <a:avLst/>
          </a:prstGeom>
          <a:solidFill>
            <a:srgbClr val="1C4587"/>
          </a:solid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lang="ja-JP" sz="4100">
                <a:solidFill>
                  <a:srgbClr val="FFFFFF"/>
                </a:solidFill>
                <a:latin typeface="BIZ UDPGothic"/>
                <a:ea typeface="BIZ UDPGothic"/>
                <a:cs typeface="BIZ UDPGothic"/>
                <a:sym typeface="BIZ UDPGothic"/>
              </a:rPr>
              <a:t>「</a:t>
            </a:r>
            <a:r>
              <a:rPr b="0" i="0" lang="ja-JP" sz="4100" u="none" cap="none" strike="noStrike">
                <a:solidFill>
                  <a:srgbClr val="FFFFFF"/>
                </a:solidFill>
                <a:latin typeface="BIZ UDPGothic"/>
                <a:ea typeface="BIZ UDPGothic"/>
                <a:cs typeface="BIZ UDPGothic"/>
                <a:sym typeface="BIZ UDPGothic"/>
              </a:rPr>
              <a:t>M85</a:t>
            </a:r>
            <a:r>
              <a:rPr lang="ja-JP" sz="4100">
                <a:solidFill>
                  <a:srgbClr val="FFFFFF"/>
                </a:solidFill>
                <a:latin typeface="BIZ UDPGothic"/>
                <a:ea typeface="BIZ UDPGothic"/>
                <a:cs typeface="BIZ UDPGothic"/>
                <a:sym typeface="BIZ UDPGothic"/>
              </a:rPr>
              <a:t> CPU」</a:t>
            </a:r>
            <a:r>
              <a:rPr b="0" i="0" lang="ja-JP" sz="4100" u="none" cap="none" strike="noStrike">
                <a:solidFill>
                  <a:srgbClr val="FFFFFF"/>
                </a:solidFill>
                <a:latin typeface="BIZ UDPGothic"/>
                <a:ea typeface="BIZ UDPGothic"/>
                <a:cs typeface="BIZ UDPGothic"/>
                <a:sym typeface="BIZ UDPGothic"/>
              </a:rPr>
              <a:t> + </a:t>
            </a:r>
            <a:r>
              <a:rPr lang="ja-JP" sz="4100">
                <a:solidFill>
                  <a:srgbClr val="FFFFFF"/>
                </a:solidFill>
                <a:latin typeface="BIZ UDPGothic"/>
                <a:ea typeface="BIZ UDPGothic"/>
                <a:cs typeface="BIZ UDPGothic"/>
                <a:sym typeface="BIZ UDPGothic"/>
              </a:rPr>
              <a:t>「</a:t>
            </a:r>
            <a:r>
              <a:rPr b="0" i="0" lang="ja-JP" sz="4100" u="none" cap="none" strike="noStrike">
                <a:solidFill>
                  <a:srgbClr val="FFFFFF"/>
                </a:solidFill>
                <a:latin typeface="BIZ UDPGothic"/>
                <a:ea typeface="BIZ UDPGothic"/>
                <a:cs typeface="BIZ UDPGothic"/>
                <a:sym typeface="BIZ UDPGothic"/>
              </a:rPr>
              <a:t>Ethos-U55 NPU</a:t>
            </a:r>
            <a:r>
              <a:rPr lang="ja-JP" sz="4100">
                <a:solidFill>
                  <a:srgbClr val="FFFFFF"/>
                </a:solidFill>
                <a:latin typeface="BIZ UDPGothic"/>
                <a:ea typeface="BIZ UDPGothic"/>
                <a:cs typeface="BIZ UDPGothic"/>
                <a:sym typeface="BIZ UDPGothic"/>
              </a:rPr>
              <a:t>」</a:t>
            </a:r>
            <a:r>
              <a:rPr b="0" i="0" lang="ja-JP" sz="4100" u="none" cap="none" strike="noStrike">
                <a:solidFill>
                  <a:srgbClr val="FFFFFF"/>
                </a:solidFill>
                <a:latin typeface="BIZ UDPGothic"/>
                <a:ea typeface="BIZ UDPGothic"/>
                <a:cs typeface="BIZ UDPGothic"/>
                <a:sym typeface="BIZ UDPGothic"/>
              </a:rPr>
              <a:t> + </a:t>
            </a:r>
            <a:r>
              <a:rPr lang="ja-JP" sz="4100">
                <a:solidFill>
                  <a:srgbClr val="FFFFFF"/>
                </a:solidFill>
                <a:latin typeface="BIZ UDPGothic"/>
                <a:ea typeface="BIZ UDPGothic"/>
                <a:cs typeface="BIZ UDPGothic"/>
                <a:sym typeface="BIZ UDPGothic"/>
              </a:rPr>
              <a:t>「</a:t>
            </a:r>
            <a:r>
              <a:rPr b="0" i="0" lang="ja-JP" sz="4100" u="none" cap="none" strike="noStrike">
                <a:solidFill>
                  <a:srgbClr val="FFFFFF"/>
                </a:solidFill>
                <a:latin typeface="BIZ UDPGothic"/>
                <a:ea typeface="BIZ UDPGothic"/>
                <a:cs typeface="BIZ UDPGothic"/>
                <a:sym typeface="BIZ UDPGothic"/>
              </a:rPr>
              <a:t>2D GPU</a:t>
            </a:r>
            <a:r>
              <a:rPr lang="ja-JP" sz="4100">
                <a:solidFill>
                  <a:srgbClr val="FFFFFF"/>
                </a:solidFill>
                <a:latin typeface="BIZ UDPGothic"/>
                <a:ea typeface="BIZ UDPGothic"/>
                <a:cs typeface="BIZ UDPGothic"/>
                <a:sym typeface="BIZ UDPGothic"/>
              </a:rPr>
              <a:t>」</a:t>
            </a:r>
            <a:r>
              <a:rPr b="0" i="0" lang="ja-JP" sz="4100" u="none" cap="none" strike="noStrike">
                <a:solidFill>
                  <a:srgbClr val="FFFFFF"/>
                </a:solidFill>
                <a:latin typeface="BIZ UDPGothic"/>
                <a:ea typeface="BIZ UDPGothic"/>
                <a:cs typeface="BIZ UDPGothic"/>
                <a:sym typeface="BIZ UDPGothic"/>
              </a:rPr>
              <a:t>をワンチップ</a:t>
            </a:r>
            <a:r>
              <a:rPr lang="ja-JP" sz="4100">
                <a:solidFill>
                  <a:srgbClr val="FFFFFF"/>
                </a:solidFill>
                <a:latin typeface="BIZ UDPGothic"/>
                <a:ea typeface="BIZ UDPGothic"/>
                <a:cs typeface="BIZ UDPGothic"/>
                <a:sym typeface="BIZ UDPGothic"/>
              </a:rPr>
              <a:t>集約</a:t>
            </a:r>
            <a:endParaRPr sz="1300"/>
          </a:p>
        </p:txBody>
      </p:sp>
      <p:pic>
        <p:nvPicPr>
          <p:cNvPr id="89" name="Google Shape;89;p5" title="EK-RA8P1.png"/>
          <p:cNvPicPr preferRelativeResize="0"/>
          <p:nvPr/>
        </p:nvPicPr>
        <p:blipFill>
          <a:blip r:embed="rId3">
            <a:alphaModFix/>
          </a:blip>
          <a:stretch>
            <a:fillRect/>
          </a:stretch>
        </p:blipFill>
        <p:spPr>
          <a:xfrm>
            <a:off x="623399" y="6274500"/>
            <a:ext cx="6409349" cy="3605264"/>
          </a:xfrm>
          <a:prstGeom prst="rect">
            <a:avLst/>
          </a:prstGeom>
          <a:noFill/>
          <a:ln cap="flat" cmpd="sng" w="38100">
            <a:solidFill>
              <a:schemeClr val="dk1"/>
            </a:solidFill>
            <a:prstDash val="solid"/>
            <a:round/>
            <a:headEnd len="sm" w="sm" type="none"/>
            <a:tailEnd len="sm" w="sm" type="none"/>
          </a:ln>
        </p:spPr>
      </p:pic>
      <p:pic>
        <p:nvPicPr>
          <p:cNvPr id="90" name="Google Shape;90;p5" title="Hardware_Block.png"/>
          <p:cNvPicPr preferRelativeResize="0"/>
          <p:nvPr/>
        </p:nvPicPr>
        <p:blipFill rotWithShape="1">
          <a:blip r:embed="rId4">
            <a:alphaModFix/>
          </a:blip>
          <a:srcRect b="10173" l="2691" r="6705" t="15412"/>
          <a:stretch/>
        </p:blipFill>
        <p:spPr>
          <a:xfrm>
            <a:off x="7209875" y="4023150"/>
            <a:ext cx="10913424" cy="50416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
          <p:cNvSpPr txBox="1"/>
          <p:nvPr>
            <p:ph type="title"/>
          </p:nvPr>
        </p:nvSpPr>
        <p:spPr>
          <a:xfrm>
            <a:off x="623400" y="572400"/>
            <a:ext cx="17041200" cy="11454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b="0" lang="ja-JP" sz="6440">
                <a:solidFill>
                  <a:srgbClr val="000000"/>
                </a:solidFill>
                <a:latin typeface="BIZ UDPGothic"/>
                <a:ea typeface="BIZ UDPGothic"/>
                <a:cs typeface="BIZ UDPGothic"/>
                <a:sym typeface="BIZ UDPGothic"/>
              </a:rPr>
              <a:t>μT-Kernel 3.0 マルチタスク設計</a:t>
            </a:r>
            <a:endParaRPr/>
          </a:p>
        </p:txBody>
      </p:sp>
      <p:sp>
        <p:nvSpPr>
          <p:cNvPr id="96" name="Google Shape;96;p6"/>
          <p:cNvSpPr txBox="1"/>
          <p:nvPr>
            <p:ph idx="1" type="body"/>
          </p:nvPr>
        </p:nvSpPr>
        <p:spPr>
          <a:xfrm>
            <a:off x="216000" y="3212575"/>
            <a:ext cx="7219200" cy="65046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μT-Kernel 3.0 によるタスク設計:</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・UI/カメラタスク (task_ui / 優先度10):</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-カメラ画像の取り込みとGPU描画</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・AI推論タスク (task_ai / 優先度11):</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-NPU ドライバを介したAI推論</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同期・排他制御:</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・セマフォおよびイベントフラグにより、</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　　</a:t>
            </a:r>
            <a:r>
              <a:rPr b="0" lang="ja-JP" sz="2800">
                <a:solidFill>
                  <a:srgbClr val="000000"/>
                </a:solidFill>
                <a:latin typeface="BIZ UDPGothic"/>
                <a:ea typeface="BIZ UDPGothic"/>
                <a:cs typeface="BIZ UDPGothic"/>
                <a:sym typeface="BIZ UDPGothic"/>
              </a:rPr>
              <a:t>トリプルバッファの競合を完全に排除</a:t>
            </a:r>
            <a:endParaRPr/>
          </a:p>
        </p:txBody>
      </p:sp>
      <p:sp>
        <p:nvSpPr>
          <p:cNvPr id="97" name="Google Shape;97;p6"/>
          <p:cNvSpPr txBox="1"/>
          <p:nvPr/>
        </p:nvSpPr>
        <p:spPr>
          <a:xfrm>
            <a:off x="623400" y="1849497"/>
            <a:ext cx="17296200" cy="1081800"/>
          </a:xfrm>
          <a:prstGeom prst="rect">
            <a:avLst/>
          </a:prstGeom>
          <a:solidFill>
            <a:srgbClr val="1C4587"/>
          </a:solidFill>
          <a:ln>
            <a:noFill/>
          </a:ln>
        </p:spPr>
        <p:txBody>
          <a:bodyPr anchorCtr="0" anchor="t" bIns="182850" lIns="182850" spcFirstLastPara="1" rIns="182850" wrap="square" tIns="182850">
            <a:noAutofit/>
          </a:bodyPr>
          <a:lstStyle/>
          <a:p>
            <a:pPr indent="0" lvl="0" marL="0" marR="0" rtl="0" algn="ctr">
              <a:lnSpc>
                <a:spcPct val="100000"/>
              </a:lnSpc>
              <a:spcBef>
                <a:spcPts val="0"/>
              </a:spcBef>
              <a:spcAft>
                <a:spcPts val="0"/>
              </a:spcAft>
              <a:buNone/>
            </a:pPr>
            <a:r>
              <a:rPr b="0" i="0" lang="ja-JP" sz="4200" u="none" cap="none" strike="noStrike">
                <a:solidFill>
                  <a:srgbClr val="FFFFFF"/>
                </a:solidFill>
                <a:latin typeface="BIZ UDPGothic"/>
                <a:ea typeface="BIZ UDPGothic"/>
                <a:cs typeface="BIZ UDPGothic"/>
                <a:sym typeface="BIZ UDPGothic"/>
              </a:rPr>
              <a:t>UI描画</a:t>
            </a:r>
            <a:r>
              <a:rPr lang="ja-JP" sz="4200">
                <a:solidFill>
                  <a:srgbClr val="FFFFFF"/>
                </a:solidFill>
                <a:latin typeface="BIZ UDPGothic"/>
                <a:ea typeface="BIZ UDPGothic"/>
                <a:cs typeface="BIZ UDPGothic"/>
                <a:sym typeface="BIZ UDPGothic"/>
              </a:rPr>
              <a:t>(GPU)</a:t>
            </a:r>
            <a:r>
              <a:rPr b="0" i="0" lang="ja-JP" sz="4200" u="none" cap="none" strike="noStrike">
                <a:solidFill>
                  <a:srgbClr val="FFFFFF"/>
                </a:solidFill>
                <a:latin typeface="BIZ UDPGothic"/>
                <a:ea typeface="BIZ UDPGothic"/>
                <a:cs typeface="BIZ UDPGothic"/>
                <a:sym typeface="BIZ UDPGothic"/>
              </a:rPr>
              <a:t>とAI推論</a:t>
            </a:r>
            <a:r>
              <a:rPr lang="ja-JP" sz="4200">
                <a:solidFill>
                  <a:srgbClr val="FFFFFF"/>
                </a:solidFill>
                <a:latin typeface="BIZ UDPGothic"/>
                <a:ea typeface="BIZ UDPGothic"/>
                <a:cs typeface="BIZ UDPGothic"/>
                <a:sym typeface="BIZ UDPGothic"/>
              </a:rPr>
              <a:t>(NPU)</a:t>
            </a:r>
            <a:r>
              <a:rPr b="0" i="0" lang="ja-JP" sz="4200" u="none" cap="none" strike="noStrike">
                <a:solidFill>
                  <a:srgbClr val="FFFFFF"/>
                </a:solidFill>
                <a:latin typeface="BIZ UDPGothic"/>
                <a:ea typeface="BIZ UDPGothic"/>
                <a:cs typeface="BIZ UDPGothic"/>
                <a:sym typeface="BIZ UDPGothic"/>
              </a:rPr>
              <a:t>をRTOS上で分離し、パイプライン駆動</a:t>
            </a:r>
            <a:endParaRPr/>
          </a:p>
        </p:txBody>
      </p:sp>
      <p:pic>
        <p:nvPicPr>
          <p:cNvPr id="98" name="Google Shape;98;p6" title="task_architecture.png"/>
          <p:cNvPicPr preferRelativeResize="0"/>
          <p:nvPr/>
        </p:nvPicPr>
        <p:blipFill>
          <a:blip r:embed="rId3">
            <a:alphaModFix/>
          </a:blip>
          <a:stretch>
            <a:fillRect/>
          </a:stretch>
        </p:blipFill>
        <p:spPr>
          <a:xfrm>
            <a:off x="7367250" y="3297450"/>
            <a:ext cx="10620274" cy="599732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7"/>
          <p:cNvSpPr txBox="1"/>
          <p:nvPr>
            <p:ph type="title"/>
          </p:nvPr>
        </p:nvSpPr>
        <p:spPr>
          <a:xfrm>
            <a:off x="623400" y="572400"/>
            <a:ext cx="17041200" cy="11454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b="0" lang="ja-JP" sz="6440">
                <a:solidFill>
                  <a:srgbClr val="000000"/>
                </a:solidFill>
                <a:latin typeface="BIZ UDPGothic"/>
                <a:ea typeface="BIZ UDPGothic"/>
                <a:cs typeface="BIZ UDPGothic"/>
                <a:sym typeface="BIZ UDPGothic"/>
              </a:rPr>
              <a:t>GPUとNPUの協調動作並列シーケンス</a:t>
            </a:r>
            <a:endParaRPr/>
          </a:p>
        </p:txBody>
      </p:sp>
      <p:sp>
        <p:nvSpPr>
          <p:cNvPr id="104" name="Google Shape;104;p7"/>
          <p:cNvSpPr txBox="1"/>
          <p:nvPr>
            <p:ph idx="1" type="body"/>
          </p:nvPr>
        </p:nvSpPr>
        <p:spPr>
          <a:xfrm>
            <a:off x="249925" y="3063000"/>
            <a:ext cx="7371900" cy="65046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並列パイプラインの動作シーケンス:</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1. 液晶Vblank割り込み</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2. GPUへ前フレームの描画命令発行</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3. 「GPU描画」と「NPU推論」並列状態</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4. GPU完了を待って画面フリップ</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効果:</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・CPU負荷を最小に抑え、</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　　</a:t>
            </a:r>
            <a:r>
              <a:rPr b="0" lang="ja-JP" sz="2800">
                <a:solidFill>
                  <a:srgbClr val="000000"/>
                </a:solidFill>
                <a:latin typeface="BIZ UDPGothic"/>
                <a:ea typeface="BIZ UDPGothic"/>
                <a:cs typeface="BIZ UDPGothic"/>
                <a:sym typeface="BIZ UDPGothic"/>
              </a:rPr>
              <a:t>チラつきゼロの映像とミリ秒台のAI検出</a:t>
            </a:r>
            <a:endParaRPr/>
          </a:p>
        </p:txBody>
      </p:sp>
      <p:sp>
        <p:nvSpPr>
          <p:cNvPr id="105" name="Google Shape;105;p7"/>
          <p:cNvSpPr txBox="1"/>
          <p:nvPr/>
        </p:nvSpPr>
        <p:spPr>
          <a:xfrm>
            <a:off x="623400" y="1849497"/>
            <a:ext cx="17296200" cy="1081800"/>
          </a:xfrm>
          <a:prstGeom prst="rect">
            <a:avLst/>
          </a:prstGeom>
          <a:solidFill>
            <a:srgbClr val="1C4587"/>
          </a:solidFill>
          <a:ln>
            <a:noFill/>
          </a:ln>
        </p:spPr>
        <p:txBody>
          <a:bodyPr anchorCtr="0" anchor="t" bIns="182850" lIns="182850" spcFirstLastPara="1" rIns="182850" wrap="square" tIns="182850">
            <a:noAutofit/>
          </a:bodyPr>
          <a:lstStyle/>
          <a:p>
            <a:pPr indent="0" lvl="0" marL="0" marR="0" rtl="0" algn="ctr">
              <a:lnSpc>
                <a:spcPct val="100000"/>
              </a:lnSpc>
              <a:spcBef>
                <a:spcPts val="0"/>
              </a:spcBef>
              <a:spcAft>
                <a:spcPts val="0"/>
              </a:spcAft>
              <a:buNone/>
            </a:pPr>
            <a:r>
              <a:rPr b="0" i="0" lang="ja-JP" sz="4200" u="none" cap="none" strike="noStrike">
                <a:solidFill>
                  <a:srgbClr val="FFFFFF"/>
                </a:solidFill>
                <a:latin typeface="BIZ UDPGothic"/>
                <a:ea typeface="BIZ UDPGothic"/>
                <a:cs typeface="BIZ UDPGothic"/>
                <a:sym typeface="BIZ UDPGothic"/>
              </a:rPr>
              <a:t>GPU描画とNPU推論が同時にハードウェア実行</a:t>
            </a:r>
            <a:endParaRPr/>
          </a:p>
        </p:txBody>
      </p:sp>
      <p:pic>
        <p:nvPicPr>
          <p:cNvPr id="106" name="Google Shape;106;p7" title="parallel_pipeline_architecture.png"/>
          <p:cNvPicPr preferRelativeResize="0"/>
          <p:nvPr/>
        </p:nvPicPr>
        <p:blipFill>
          <a:blip r:embed="rId3">
            <a:alphaModFix/>
          </a:blip>
          <a:stretch>
            <a:fillRect/>
          </a:stretch>
        </p:blipFill>
        <p:spPr>
          <a:xfrm>
            <a:off x="7597448" y="3210425"/>
            <a:ext cx="10322148" cy="6357176"/>
          </a:xfrm>
          <a:prstGeom prst="rect">
            <a:avLst/>
          </a:prstGeom>
          <a:noFill/>
          <a:ln cap="flat" cmpd="sng" w="28575">
            <a:solidFill>
              <a:schemeClr val="dk1"/>
            </a:solidFill>
            <a:prstDash val="solid"/>
            <a:round/>
            <a:headEnd len="sm" w="sm" type="none"/>
            <a:tailEnd len="sm" w="sm" type="none"/>
          </a:ln>
        </p:spPr>
      </p:pic>
      <p:sp>
        <p:nvSpPr>
          <p:cNvPr id="107" name="Google Shape;107;p7"/>
          <p:cNvSpPr/>
          <p:nvPr/>
        </p:nvSpPr>
        <p:spPr>
          <a:xfrm>
            <a:off x="3989175" y="6060175"/>
            <a:ext cx="1154400" cy="1307100"/>
          </a:xfrm>
          <a:prstGeom prst="down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8"/>
          <p:cNvSpPr txBox="1"/>
          <p:nvPr>
            <p:ph type="title"/>
          </p:nvPr>
        </p:nvSpPr>
        <p:spPr>
          <a:xfrm>
            <a:off x="623400" y="572400"/>
            <a:ext cx="17041200" cy="11454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b="0" lang="ja-JP" sz="6440">
                <a:solidFill>
                  <a:srgbClr val="000000"/>
                </a:solidFill>
                <a:latin typeface="BIZ UDPGothic"/>
                <a:ea typeface="BIZ UDPGothic"/>
                <a:cs typeface="BIZ UDPGothic"/>
                <a:sym typeface="BIZ UDPGothic"/>
              </a:rPr>
              <a:t>実装AIアプリケーション</a:t>
            </a:r>
            <a:endParaRPr/>
          </a:p>
        </p:txBody>
      </p:sp>
      <p:sp>
        <p:nvSpPr>
          <p:cNvPr id="113" name="Google Shape;113;p8"/>
          <p:cNvSpPr txBox="1"/>
          <p:nvPr>
            <p:ph idx="1" type="body"/>
          </p:nvPr>
        </p:nvSpPr>
        <p:spPr>
          <a:xfrm>
            <a:off x="623400" y="3063000"/>
            <a:ext cx="17041200" cy="6850500"/>
          </a:xfrm>
          <a:prstGeom prst="rect">
            <a:avLst/>
          </a:prstGeom>
          <a:noFill/>
          <a:ln>
            <a:noFill/>
          </a:ln>
        </p:spPr>
        <p:txBody>
          <a:bodyPr anchorCtr="0" anchor="t" bIns="182850" lIns="182850" spcFirstLastPara="1" rIns="182850" wrap="square" tIns="182850">
            <a:normAutofit lnSpcReduction="10000"/>
          </a:bodyPr>
          <a:lstStyle/>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① YOLO顔検出 NPU高速版 (tron_yolo_face_npu):</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・カメラ映像から人物の顔を捉え、リアルタイムに緑枠を追従描画（推論時間 約16ms）</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・デモ動画: </a:t>
            </a:r>
            <a:r>
              <a:rPr b="0" lang="ja-JP" sz="2800" u="sng">
                <a:solidFill>
                  <a:schemeClr val="hlink"/>
                </a:solidFill>
                <a:latin typeface="BIZ UDPGothic"/>
                <a:ea typeface="BIZ UDPGothic"/>
                <a:cs typeface="BIZ UDPGothic"/>
                <a:sym typeface="BIZ UDPGothic"/>
                <a:hlinkClick r:id="rId3"/>
              </a:rPr>
              <a:t>https://youtu.be/cH7dd1agzxg</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② MobileNet V1 画像分類 NPU高速版 (tron_img_npu):</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・カメラ入力画像から電子機器・工具等のカテゴリを高精度に識別（推論時間 約17ms）</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・デモ動画: </a:t>
            </a:r>
            <a:r>
              <a:rPr b="0" lang="ja-JP" sz="2800" u="sng">
                <a:solidFill>
                  <a:schemeClr val="hlink"/>
                </a:solidFill>
                <a:latin typeface="BIZ UDPGothic"/>
                <a:ea typeface="BIZ UDPGothic"/>
                <a:cs typeface="BIZ UDPGothic"/>
                <a:sym typeface="BIZ UDPGothic"/>
                <a:hlinkClick r:id="rId4"/>
              </a:rPr>
              <a:t>https://youtu.be/FbrsUrJ6Ovw</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③ FOMO基板部品検出 NPU高速版 (tron_edge_fomo_npu_type):</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・基板上の極小チップ（Pico、Xiao、nRF54L15）を同時検出・カウント（推論時間 約5ms）</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・デモ動画: </a:t>
            </a:r>
            <a:r>
              <a:rPr b="0" lang="ja-JP" sz="2800" u="sng">
                <a:solidFill>
                  <a:schemeClr val="hlink"/>
                </a:solidFill>
                <a:latin typeface="BIZ UDPGothic"/>
                <a:ea typeface="BIZ UDPGothic"/>
                <a:cs typeface="BIZ UDPGothic"/>
                <a:sym typeface="BIZ UDPGothic"/>
                <a:hlinkClick r:id="rId5"/>
              </a:rPr>
              <a:t>https://youtu.be/_uKRamoLaNA</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p:txBody>
      </p:sp>
      <p:sp>
        <p:nvSpPr>
          <p:cNvPr id="114" name="Google Shape;114;p8"/>
          <p:cNvSpPr txBox="1"/>
          <p:nvPr/>
        </p:nvSpPr>
        <p:spPr>
          <a:xfrm>
            <a:off x="623400" y="1849497"/>
            <a:ext cx="17296200" cy="1081800"/>
          </a:xfrm>
          <a:prstGeom prst="rect">
            <a:avLst/>
          </a:prstGeom>
          <a:solidFill>
            <a:srgbClr val="1C4587"/>
          </a:solidFill>
          <a:ln>
            <a:noFill/>
          </a:ln>
        </p:spPr>
        <p:txBody>
          <a:bodyPr anchorCtr="0" anchor="t" bIns="182850" lIns="182850" spcFirstLastPara="1" rIns="182850" wrap="square" tIns="182850">
            <a:noAutofit/>
          </a:bodyPr>
          <a:lstStyle/>
          <a:p>
            <a:pPr indent="0" lvl="0" marL="0" marR="0" rtl="0" algn="ctr">
              <a:lnSpc>
                <a:spcPct val="100000"/>
              </a:lnSpc>
              <a:spcBef>
                <a:spcPts val="0"/>
              </a:spcBef>
              <a:spcAft>
                <a:spcPts val="0"/>
              </a:spcAft>
              <a:buNone/>
            </a:pPr>
            <a:r>
              <a:rPr b="0" i="0" lang="ja-JP" sz="4200" u="none" cap="none" strike="noStrike">
                <a:solidFill>
                  <a:srgbClr val="FFFFFF"/>
                </a:solidFill>
                <a:latin typeface="BIZ UDPGothic"/>
                <a:ea typeface="BIZ UDPGothic"/>
                <a:cs typeface="BIZ UDPGothic"/>
                <a:sym typeface="BIZ UDPGothic"/>
              </a:rPr>
              <a:t>物体検出・画像分類・</a:t>
            </a:r>
            <a:r>
              <a:rPr lang="ja-JP" sz="4200">
                <a:solidFill>
                  <a:srgbClr val="FFFFFF"/>
                </a:solidFill>
                <a:latin typeface="BIZ UDPGothic"/>
                <a:ea typeface="BIZ UDPGothic"/>
                <a:cs typeface="BIZ UDPGothic"/>
                <a:sym typeface="BIZ UDPGothic"/>
              </a:rPr>
              <a:t>IC</a:t>
            </a:r>
            <a:r>
              <a:rPr b="0" i="0" lang="ja-JP" sz="4200" u="none" cap="none" strike="noStrike">
                <a:solidFill>
                  <a:srgbClr val="FFFFFF"/>
                </a:solidFill>
                <a:latin typeface="BIZ UDPGothic"/>
                <a:ea typeface="BIZ UDPGothic"/>
                <a:cs typeface="BIZ UDPGothic"/>
                <a:sym typeface="BIZ UDPGothic"/>
              </a:rPr>
              <a:t>検出の3モデルをμT-Kernel 3.0で実装</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40a0d7af806_0_3"/>
          <p:cNvSpPr txBox="1"/>
          <p:nvPr>
            <p:ph type="title"/>
          </p:nvPr>
        </p:nvSpPr>
        <p:spPr>
          <a:xfrm>
            <a:off x="214425" y="183900"/>
            <a:ext cx="11032200" cy="10005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lang="ja-JP" sz="3600">
                <a:solidFill>
                  <a:srgbClr val="000000"/>
                </a:solidFill>
                <a:latin typeface="BIZ UDPGothic"/>
                <a:ea typeface="BIZ UDPGothic"/>
                <a:cs typeface="BIZ UDPGothic"/>
                <a:sym typeface="BIZ UDPGothic"/>
              </a:rPr>
              <a:t>YOLO顔検出 NPU</a:t>
            </a:r>
            <a:r>
              <a:rPr lang="ja-JP" sz="3600">
                <a:solidFill>
                  <a:srgbClr val="000000"/>
                </a:solidFill>
                <a:latin typeface="BIZ UDPGothic"/>
                <a:ea typeface="BIZ UDPGothic"/>
                <a:cs typeface="BIZ UDPGothic"/>
                <a:sym typeface="BIZ UDPGothic"/>
              </a:rPr>
              <a:t>高速版　デモ動画</a:t>
            </a:r>
            <a:endParaRPr sz="3600"/>
          </a:p>
        </p:txBody>
      </p:sp>
      <p:sp>
        <p:nvSpPr>
          <p:cNvPr id="120" name="Google Shape;120;g40a0d7af806_0_3"/>
          <p:cNvSpPr txBox="1"/>
          <p:nvPr>
            <p:ph idx="1" type="body"/>
          </p:nvPr>
        </p:nvSpPr>
        <p:spPr>
          <a:xfrm>
            <a:off x="11340875" y="220200"/>
            <a:ext cx="6716400" cy="9279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rPr b="0" lang="ja-JP" sz="2400" u="sng">
                <a:solidFill>
                  <a:schemeClr val="hlink"/>
                </a:solidFill>
                <a:latin typeface="BIZ UDPGothic"/>
                <a:ea typeface="BIZ UDPGothic"/>
                <a:cs typeface="BIZ UDPGothic"/>
                <a:sym typeface="BIZ UDPGothic"/>
                <a:hlinkClick r:id="rId3"/>
              </a:rPr>
              <a:t>https://youtu.be/cH7dd1agzxg</a:t>
            </a:r>
            <a:endParaRPr b="0" sz="24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400">
              <a:solidFill>
                <a:srgbClr val="000000"/>
              </a:solidFill>
              <a:latin typeface="BIZ UDPGothic"/>
              <a:ea typeface="BIZ UDPGothic"/>
              <a:cs typeface="BIZ UDPGothic"/>
              <a:sym typeface="BIZ UDPGothic"/>
            </a:endParaRPr>
          </a:p>
        </p:txBody>
      </p:sp>
      <p:pic>
        <p:nvPicPr>
          <p:cNvPr descr="For details, Please refer below URL&#10;https://github.com/iotengineer22/tron-npu" id="121" name="Google Shape;121;g40a0d7af806_0_3" title="High-speed YOLO Face Detection with Ethos-U55 NPU">
            <a:hlinkClick r:id="rId4"/>
          </p:cNvPr>
          <p:cNvPicPr preferRelativeResize="0"/>
          <p:nvPr/>
        </p:nvPicPr>
        <p:blipFill>
          <a:blip r:embed="rId5">
            <a:alphaModFix/>
          </a:blip>
          <a:stretch>
            <a:fillRect/>
          </a:stretch>
        </p:blipFill>
        <p:spPr>
          <a:xfrm>
            <a:off x="676525" y="1148200"/>
            <a:ext cx="16134900" cy="9075875"/>
          </a:xfrm>
          <a:prstGeom prst="rect">
            <a:avLst/>
          </a:prstGeom>
          <a:noFill/>
          <a:ln cap="flat" cmpd="sng" w="28575">
            <a:solidFill>
              <a:schemeClr val="dk1"/>
            </a:solidFill>
            <a:prstDash val="solid"/>
            <a:round/>
            <a:headEnd len="sm" w="sm" type="none"/>
            <a:tailEnd len="sm" w="sm" type="none"/>
          </a:ln>
        </p:spPr>
      </p:pic>
      <p:pic>
        <p:nvPicPr>
          <p:cNvPr id="122" name="Google Shape;122;g40a0d7af806_0_3" title="tron_face6.png"/>
          <p:cNvPicPr preferRelativeResize="0"/>
          <p:nvPr/>
        </p:nvPicPr>
        <p:blipFill>
          <a:blip r:embed="rId6">
            <a:alphaModFix/>
          </a:blip>
          <a:stretch>
            <a:fillRect/>
          </a:stretch>
        </p:blipFill>
        <p:spPr>
          <a:xfrm>
            <a:off x="676525" y="1148200"/>
            <a:ext cx="16134898" cy="9075875"/>
          </a:xfrm>
          <a:prstGeom prst="rect">
            <a:avLst/>
          </a:prstGeom>
          <a:noFill/>
          <a:ln cap="flat" cmpd="sng" w="2857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40a0d7af806_0_10"/>
          <p:cNvSpPr txBox="1"/>
          <p:nvPr>
            <p:ph type="title"/>
          </p:nvPr>
        </p:nvSpPr>
        <p:spPr>
          <a:xfrm>
            <a:off x="214425" y="183900"/>
            <a:ext cx="11032200" cy="10005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lang="ja-JP" sz="3600">
                <a:solidFill>
                  <a:srgbClr val="000000"/>
                </a:solidFill>
                <a:latin typeface="BIZ UDPGothic"/>
                <a:ea typeface="BIZ UDPGothic"/>
                <a:cs typeface="BIZ UDPGothic"/>
                <a:sym typeface="BIZ UDPGothic"/>
              </a:rPr>
              <a:t>MobileNet V1 画像分類 NPU高速版</a:t>
            </a:r>
            <a:r>
              <a:rPr lang="ja-JP" sz="3600">
                <a:solidFill>
                  <a:srgbClr val="000000"/>
                </a:solidFill>
                <a:latin typeface="BIZ UDPGothic"/>
                <a:ea typeface="BIZ UDPGothic"/>
                <a:cs typeface="BIZ UDPGothic"/>
                <a:sym typeface="BIZ UDPGothic"/>
              </a:rPr>
              <a:t>　デモ動画</a:t>
            </a:r>
            <a:endParaRPr sz="3600"/>
          </a:p>
        </p:txBody>
      </p:sp>
      <p:sp>
        <p:nvSpPr>
          <p:cNvPr id="128" name="Google Shape;128;g40a0d7af806_0_10"/>
          <p:cNvSpPr txBox="1"/>
          <p:nvPr>
            <p:ph idx="1" type="body"/>
          </p:nvPr>
        </p:nvSpPr>
        <p:spPr>
          <a:xfrm>
            <a:off x="11340875" y="220200"/>
            <a:ext cx="6716400" cy="9279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Clr>
                <a:schemeClr val="dk1"/>
              </a:buClr>
              <a:buSzPts val="1100"/>
              <a:buFont typeface="Arial"/>
              <a:buNone/>
            </a:pPr>
            <a:r>
              <a:rPr lang="ja-JP" sz="2800" u="sng">
                <a:solidFill>
                  <a:schemeClr val="accent5"/>
                </a:solidFill>
                <a:latin typeface="BIZ UDPGothic"/>
                <a:ea typeface="BIZ UDPGothic"/>
                <a:cs typeface="BIZ UDPGothic"/>
                <a:sym typeface="BIZ UDPGothic"/>
                <a:hlinkClick r:id="rId3">
                  <a:extLst>
                    <a:ext uri="{A12FA001-AC4F-418D-AE19-62706E023703}">
                      <ahyp:hlinkClr val="tx"/>
                    </a:ext>
                  </a:extLst>
                </a:hlinkClick>
              </a:rPr>
              <a:t>https://youtu.be/FbrsUrJ6Ovw</a:t>
            </a:r>
            <a:endParaRPr sz="24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400">
              <a:solidFill>
                <a:srgbClr val="000000"/>
              </a:solidFill>
              <a:latin typeface="BIZ UDPGothic"/>
              <a:ea typeface="BIZ UDPGothic"/>
              <a:cs typeface="BIZ UDPGothic"/>
              <a:sym typeface="BIZ UDPGothic"/>
            </a:endParaRPr>
          </a:p>
        </p:txBody>
      </p:sp>
      <p:pic>
        <p:nvPicPr>
          <p:cNvPr descr="For details, Please refer below URL&#10;https://github.com/iotengineer22/tron-npu" id="129" name="Google Shape;129;g40a0d7af806_0_10" title="Ethos-U55 NPU Image Processing Demo with RTOS">
            <a:hlinkClick r:id="rId4"/>
          </p:cNvPr>
          <p:cNvPicPr preferRelativeResize="0"/>
          <p:nvPr/>
        </p:nvPicPr>
        <p:blipFill>
          <a:blip r:embed="rId5">
            <a:alphaModFix/>
          </a:blip>
          <a:stretch>
            <a:fillRect/>
          </a:stretch>
        </p:blipFill>
        <p:spPr>
          <a:xfrm>
            <a:off x="561350" y="1184400"/>
            <a:ext cx="15911466" cy="8950200"/>
          </a:xfrm>
          <a:prstGeom prst="rect">
            <a:avLst/>
          </a:prstGeom>
          <a:noFill/>
          <a:ln cap="flat" cmpd="sng" w="28575">
            <a:solidFill>
              <a:schemeClr val="dk1"/>
            </a:solidFill>
            <a:prstDash val="solid"/>
            <a:round/>
            <a:headEnd len="sm" w="sm" type="none"/>
            <a:tailEnd len="sm" w="sm" type="none"/>
          </a:ln>
        </p:spPr>
      </p:pic>
      <p:pic>
        <p:nvPicPr>
          <p:cNvPr id="130" name="Google Shape;130;g40a0d7af806_0_10" title="tron_img7.png"/>
          <p:cNvPicPr preferRelativeResize="0"/>
          <p:nvPr/>
        </p:nvPicPr>
        <p:blipFill>
          <a:blip r:embed="rId6">
            <a:alphaModFix/>
          </a:blip>
          <a:stretch>
            <a:fillRect/>
          </a:stretch>
        </p:blipFill>
        <p:spPr>
          <a:xfrm>
            <a:off x="561350" y="1184400"/>
            <a:ext cx="15911477" cy="8950208"/>
          </a:xfrm>
          <a:prstGeom prst="rect">
            <a:avLst/>
          </a:prstGeom>
          <a:noFill/>
          <a:ln cap="flat" cmpd="sng" w="2857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40a0e00d0b8_0_0"/>
          <p:cNvSpPr txBox="1"/>
          <p:nvPr>
            <p:ph type="title"/>
          </p:nvPr>
        </p:nvSpPr>
        <p:spPr>
          <a:xfrm>
            <a:off x="214425" y="183900"/>
            <a:ext cx="11032200" cy="10005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lang="ja-JP" sz="3600">
                <a:solidFill>
                  <a:srgbClr val="000000"/>
                </a:solidFill>
                <a:latin typeface="BIZ UDPGothic"/>
                <a:ea typeface="BIZ UDPGothic"/>
                <a:cs typeface="BIZ UDPGothic"/>
                <a:sym typeface="BIZ UDPGothic"/>
              </a:rPr>
              <a:t>FOMO基板部品検出 NPU高速版</a:t>
            </a:r>
            <a:r>
              <a:rPr lang="ja-JP" sz="3600">
                <a:solidFill>
                  <a:srgbClr val="000000"/>
                </a:solidFill>
                <a:latin typeface="BIZ UDPGothic"/>
                <a:ea typeface="BIZ UDPGothic"/>
                <a:cs typeface="BIZ UDPGothic"/>
                <a:sym typeface="BIZ UDPGothic"/>
              </a:rPr>
              <a:t>　デモ動画</a:t>
            </a:r>
            <a:endParaRPr sz="3600"/>
          </a:p>
        </p:txBody>
      </p:sp>
      <p:sp>
        <p:nvSpPr>
          <p:cNvPr id="136" name="Google Shape;136;g40a0e00d0b8_0_0"/>
          <p:cNvSpPr txBox="1"/>
          <p:nvPr>
            <p:ph idx="1" type="body"/>
          </p:nvPr>
        </p:nvSpPr>
        <p:spPr>
          <a:xfrm>
            <a:off x="11340875" y="220200"/>
            <a:ext cx="6716400" cy="9279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Clr>
                <a:schemeClr val="dk1"/>
              </a:buClr>
              <a:buSzPts val="1100"/>
              <a:buFont typeface="Arial"/>
              <a:buNone/>
            </a:pPr>
            <a:r>
              <a:rPr lang="ja-JP" sz="2800" u="sng">
                <a:solidFill>
                  <a:schemeClr val="accent5"/>
                </a:solidFill>
                <a:latin typeface="BIZ UDPGothic"/>
                <a:ea typeface="BIZ UDPGothic"/>
                <a:cs typeface="BIZ UDPGothic"/>
                <a:sym typeface="BIZ UDPGothic"/>
                <a:hlinkClick r:id="rId3">
                  <a:extLst>
                    <a:ext uri="{A12FA001-AC4F-418D-AE19-62706E023703}">
                      <ahyp:hlinkClr val="tx"/>
                    </a:ext>
                  </a:extLst>
                </a:hlinkClick>
              </a:rPr>
              <a:t>https://youtu.be/_uKRamoLaNA</a:t>
            </a:r>
            <a:endParaRPr sz="24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400">
              <a:solidFill>
                <a:srgbClr val="000000"/>
              </a:solidFill>
              <a:latin typeface="BIZ UDPGothic"/>
              <a:ea typeface="BIZ UDPGothic"/>
              <a:cs typeface="BIZ UDPGothic"/>
              <a:sym typeface="BIZ UDPGothic"/>
            </a:endParaRPr>
          </a:p>
        </p:txBody>
      </p:sp>
      <p:pic>
        <p:nvPicPr>
          <p:cNvPr descr="For details, Please refer below URL&#10;https://github.com/iotengineer22/tron-npu&#10;https://github.com/iotengineer22/tron-ei" id="137" name="Google Shape;137;g40a0e00d0b8_0_0" title="PCB Object Detection using Ethos-U55 NPU">
            <a:hlinkClick r:id="rId4"/>
          </p:cNvPr>
          <p:cNvPicPr preferRelativeResize="0"/>
          <p:nvPr/>
        </p:nvPicPr>
        <p:blipFill>
          <a:blip r:embed="rId5">
            <a:alphaModFix/>
          </a:blip>
          <a:stretch>
            <a:fillRect/>
          </a:stretch>
        </p:blipFill>
        <p:spPr>
          <a:xfrm>
            <a:off x="875950" y="1184400"/>
            <a:ext cx="15911466" cy="8950200"/>
          </a:xfrm>
          <a:prstGeom prst="rect">
            <a:avLst/>
          </a:prstGeom>
          <a:noFill/>
          <a:ln cap="flat" cmpd="sng" w="28575">
            <a:solidFill>
              <a:schemeClr val="dk1"/>
            </a:solidFill>
            <a:prstDash val="solid"/>
            <a:round/>
            <a:headEnd len="sm" w="sm" type="none"/>
            <a:tailEnd len="sm" w="sm" type="none"/>
          </a:ln>
        </p:spPr>
      </p:pic>
      <p:pic>
        <p:nvPicPr>
          <p:cNvPr id="138" name="Google Shape;138;g40a0e00d0b8_0_0" title="tron_fomo5.png"/>
          <p:cNvPicPr preferRelativeResize="0"/>
          <p:nvPr/>
        </p:nvPicPr>
        <p:blipFill>
          <a:blip r:embed="rId6">
            <a:alphaModFix/>
          </a:blip>
          <a:stretch>
            <a:fillRect/>
          </a:stretch>
        </p:blipFill>
        <p:spPr>
          <a:xfrm>
            <a:off x="875950" y="1184400"/>
            <a:ext cx="15911462" cy="8950200"/>
          </a:xfrm>
          <a:prstGeom prst="rect">
            <a:avLst/>
          </a:prstGeom>
          <a:noFill/>
          <a:ln cap="flat" cmpd="sng" w="2857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623400" y="572400"/>
            <a:ext cx="17041200" cy="11454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b="0" lang="ja-JP" sz="6440">
                <a:solidFill>
                  <a:srgbClr val="000000"/>
                </a:solidFill>
                <a:latin typeface="BIZ UDPGothic"/>
                <a:ea typeface="BIZ UDPGothic"/>
                <a:cs typeface="BIZ UDPGothic"/>
                <a:sym typeface="BIZ UDPGothic"/>
              </a:rPr>
              <a:t>実機ベンチマーク測定結果</a:t>
            </a:r>
            <a:endParaRPr/>
          </a:p>
        </p:txBody>
      </p:sp>
      <p:sp>
        <p:nvSpPr>
          <p:cNvPr id="144" name="Google Shape;144;p9"/>
          <p:cNvSpPr txBox="1"/>
          <p:nvPr>
            <p:ph idx="1" type="body"/>
          </p:nvPr>
        </p:nvSpPr>
        <p:spPr>
          <a:xfrm>
            <a:off x="470625" y="3063000"/>
            <a:ext cx="17041200" cy="65046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実機測定ベンチマーク</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(CPU vs Ethos-U55 NPU):</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RTOSにおける技術的意義と効果:</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・CPU単体実行時は推論</a:t>
            </a:r>
            <a:r>
              <a:rPr lang="ja-JP" sz="2800">
                <a:solidFill>
                  <a:srgbClr val="000000"/>
                </a:solidFill>
                <a:latin typeface="BIZ UDPGothic"/>
                <a:ea typeface="BIZ UDPGothic"/>
                <a:cs typeface="BIZ UDPGothic"/>
                <a:sym typeface="BIZ UDPGothic"/>
              </a:rPr>
              <a:t>が</a:t>
            </a:r>
            <a:r>
              <a:rPr b="0" lang="ja-JP" sz="2800">
                <a:solidFill>
                  <a:srgbClr val="000000"/>
                </a:solidFill>
                <a:latin typeface="BIZ UDPGothic"/>
                <a:ea typeface="BIZ UDPGothic"/>
                <a:cs typeface="BIZ UDPGothic"/>
                <a:sym typeface="BIZ UDPGothic"/>
              </a:rPr>
              <a:t>占有</a:t>
            </a:r>
            <a:r>
              <a:rPr lang="ja-JP" sz="2800">
                <a:solidFill>
                  <a:srgbClr val="000000"/>
                </a:solidFill>
                <a:latin typeface="BIZ UDPGothic"/>
                <a:ea typeface="BIZ UDPGothic"/>
                <a:cs typeface="BIZ UDPGothic"/>
                <a:sym typeface="BIZ UDPGothic"/>
              </a:rPr>
              <a:t>。</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　　</a:t>
            </a:r>
            <a:r>
              <a:rPr b="0" lang="ja-JP" sz="2800">
                <a:solidFill>
                  <a:srgbClr val="000000"/>
                </a:solidFill>
                <a:latin typeface="BIZ UDPGothic"/>
                <a:ea typeface="BIZ UDPGothic"/>
                <a:cs typeface="BIZ UDPGothic"/>
                <a:sym typeface="BIZ UDPGothic"/>
              </a:rPr>
              <a:t>画面停止やタスク遅延が発生</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・NPU</a:t>
            </a:r>
            <a:r>
              <a:rPr lang="ja-JP" sz="2800">
                <a:solidFill>
                  <a:srgbClr val="000000"/>
                </a:solidFill>
                <a:latin typeface="BIZ UDPGothic"/>
                <a:ea typeface="BIZ UDPGothic"/>
                <a:cs typeface="BIZ UDPGothic"/>
                <a:sym typeface="BIZ UDPGothic"/>
              </a:rPr>
              <a:t>の</a:t>
            </a:r>
            <a:r>
              <a:rPr b="0" lang="ja-JP" sz="2800">
                <a:solidFill>
                  <a:srgbClr val="000000"/>
                </a:solidFill>
                <a:latin typeface="BIZ UDPGothic"/>
                <a:ea typeface="BIZ UDPGothic"/>
                <a:cs typeface="BIZ UDPGothic"/>
                <a:sym typeface="BIZ UDPGothic"/>
              </a:rPr>
              <a:t>推論時間がミリ秒オーダー</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・RTOS本来の決定論的応答性と</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　 </a:t>
            </a:r>
            <a:r>
              <a:rPr b="0" lang="ja-JP" sz="2800">
                <a:solidFill>
                  <a:srgbClr val="000000"/>
                </a:solidFill>
                <a:latin typeface="BIZ UDPGothic"/>
                <a:ea typeface="BIZ UDPGothic"/>
                <a:cs typeface="BIZ UDPGothic"/>
                <a:sym typeface="BIZ UDPGothic"/>
              </a:rPr>
              <a:t>マルチタスクスケジューリング</a:t>
            </a:r>
            <a:endParaRPr/>
          </a:p>
        </p:txBody>
      </p:sp>
      <p:sp>
        <p:nvSpPr>
          <p:cNvPr id="145" name="Google Shape;145;p9"/>
          <p:cNvSpPr txBox="1"/>
          <p:nvPr/>
        </p:nvSpPr>
        <p:spPr>
          <a:xfrm>
            <a:off x="623400" y="1849497"/>
            <a:ext cx="17296200" cy="1081800"/>
          </a:xfrm>
          <a:prstGeom prst="rect">
            <a:avLst/>
          </a:prstGeom>
          <a:solidFill>
            <a:srgbClr val="1C4587"/>
          </a:solidFill>
          <a:ln>
            <a:noFill/>
          </a:ln>
        </p:spPr>
        <p:txBody>
          <a:bodyPr anchorCtr="0" anchor="t" bIns="182850" lIns="182850" spcFirstLastPara="1" rIns="182850" wrap="square" tIns="182850">
            <a:noAutofit/>
          </a:bodyPr>
          <a:lstStyle/>
          <a:p>
            <a:pPr indent="0" lvl="0" marL="0" marR="0" rtl="0" algn="ctr">
              <a:lnSpc>
                <a:spcPct val="100000"/>
              </a:lnSpc>
              <a:spcBef>
                <a:spcPts val="0"/>
              </a:spcBef>
              <a:spcAft>
                <a:spcPts val="0"/>
              </a:spcAft>
              <a:buNone/>
            </a:pPr>
            <a:r>
              <a:rPr b="0" i="0" lang="ja-JP" sz="4200" u="none" cap="none" strike="noStrike">
                <a:solidFill>
                  <a:srgbClr val="FFFFFF"/>
                </a:solidFill>
                <a:latin typeface="BIZ UDPGothic"/>
                <a:ea typeface="BIZ UDPGothic"/>
                <a:cs typeface="BIZ UDPGothic"/>
                <a:sym typeface="BIZ UDPGothic"/>
              </a:rPr>
              <a:t>CPUと比較し、</a:t>
            </a:r>
            <a:r>
              <a:rPr lang="ja-JP" sz="4200">
                <a:solidFill>
                  <a:srgbClr val="FFFFFF"/>
                </a:solidFill>
                <a:latin typeface="BIZ UDPGothic"/>
                <a:ea typeface="BIZ UDPGothic"/>
                <a:cs typeface="BIZ UDPGothic"/>
                <a:sym typeface="BIZ UDPGothic"/>
              </a:rPr>
              <a:t>NPUが約55倍～</a:t>
            </a:r>
            <a:r>
              <a:rPr b="0" i="0" lang="ja-JP" sz="4200" u="none" cap="none" strike="noStrike">
                <a:solidFill>
                  <a:srgbClr val="FFFFFF"/>
                </a:solidFill>
                <a:latin typeface="BIZ UDPGothic"/>
                <a:ea typeface="BIZ UDPGothic"/>
                <a:cs typeface="BIZ UDPGothic"/>
                <a:sym typeface="BIZ UDPGothic"/>
              </a:rPr>
              <a:t>130倍の推論高速化を実証</a:t>
            </a:r>
            <a:endParaRPr/>
          </a:p>
        </p:txBody>
      </p:sp>
      <p:pic>
        <p:nvPicPr>
          <p:cNvPr id="146" name="Google Shape;146;p9" title="cpu_vs_npu_comparison.png"/>
          <p:cNvPicPr preferRelativeResize="0"/>
          <p:nvPr/>
        </p:nvPicPr>
        <p:blipFill rotWithShape="1">
          <a:blip r:embed="rId3">
            <a:alphaModFix/>
          </a:blip>
          <a:srcRect b="5177" l="0" r="0" t="0"/>
          <a:stretch/>
        </p:blipFill>
        <p:spPr>
          <a:xfrm>
            <a:off x="7010775" y="3215775"/>
            <a:ext cx="11112526" cy="684912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txBox="1"/>
          <p:nvPr>
            <p:ph type="title"/>
          </p:nvPr>
        </p:nvSpPr>
        <p:spPr>
          <a:xfrm>
            <a:off x="623400" y="572400"/>
            <a:ext cx="17041200" cy="11454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b="0" lang="ja-JP" sz="6440">
                <a:solidFill>
                  <a:srgbClr val="000000"/>
                </a:solidFill>
                <a:latin typeface="BIZ UDPGothic"/>
                <a:ea typeface="BIZ UDPGothic"/>
                <a:cs typeface="BIZ UDPGothic"/>
                <a:sym typeface="BIZ UDPGothic"/>
              </a:rPr>
              <a:t>成果物のオープンソース公開・再現性</a:t>
            </a:r>
            <a:endParaRPr/>
          </a:p>
        </p:txBody>
      </p:sp>
      <p:sp>
        <p:nvSpPr>
          <p:cNvPr id="152" name="Google Shape;152;p10"/>
          <p:cNvSpPr txBox="1"/>
          <p:nvPr>
            <p:ph idx="1" type="body"/>
          </p:nvPr>
        </p:nvSpPr>
        <p:spPr>
          <a:xfrm>
            <a:off x="623400" y="3063000"/>
            <a:ext cx="17041200" cy="6504600"/>
          </a:xfrm>
          <a:prstGeom prst="rect">
            <a:avLst/>
          </a:prstGeom>
          <a:noFill/>
          <a:ln>
            <a:noFill/>
          </a:ln>
        </p:spPr>
        <p:txBody>
          <a:bodyPr anchorCtr="0" anchor="t" bIns="182850" lIns="182850" spcFirstLastPara="1" rIns="182850" wrap="square" tIns="182850">
            <a:normAutofit lnSpcReduction="10000"/>
          </a:bodyPr>
          <a:lstStyle/>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GitHub リポジトリ:</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・URL: </a:t>
            </a:r>
            <a:r>
              <a:rPr b="0" lang="ja-JP" sz="2800" u="sng">
                <a:solidFill>
                  <a:schemeClr val="hlink"/>
                </a:solidFill>
                <a:latin typeface="BIZ UDPGothic"/>
                <a:ea typeface="BIZ UDPGothic"/>
                <a:cs typeface="BIZ UDPGothic"/>
                <a:sym typeface="BIZ UDPGothic"/>
                <a:hlinkClick r:id="rId3"/>
              </a:rPr>
              <a:t>https://github.com/iotengineer22/tron-npu</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実機書き込み用ビルド済みバイナリ（SREC）を同梱:</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・再ビルドを行わなくても、Renesas Flash Programmer (RFP) で即座に実機動作可能</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a:t>
            </a:r>
            <a:r>
              <a:rPr lang="ja-JP" sz="2800">
                <a:solidFill>
                  <a:srgbClr val="000000"/>
                </a:solidFill>
                <a:latin typeface="BIZ UDPGothic"/>
                <a:ea typeface="BIZ UDPGothic"/>
                <a:cs typeface="BIZ UDPGothic"/>
                <a:sym typeface="BIZ UDPGothic"/>
              </a:rPr>
              <a:t>基礎ペリフェラル・RTOS検証までの紹介</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a:t>
            </a:r>
            <a:r>
              <a:rPr lang="ja-JP" sz="2800">
                <a:solidFill>
                  <a:srgbClr val="000000"/>
                </a:solidFill>
                <a:latin typeface="BIZ UDPGothic"/>
                <a:ea typeface="BIZ UDPGothic"/>
                <a:cs typeface="BIZ UDPGothic"/>
                <a:sym typeface="BIZ UDPGothic"/>
              </a:rPr>
              <a:t>最終結果のAIプログラムだけでなく、UI描画(2DGPU)、MIPI-CSI2(カメラ)のテストまで説明</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　　</a:t>
            </a:r>
            <a:r>
              <a:rPr lang="ja-JP" sz="2800">
                <a:solidFill>
                  <a:schemeClr val="dk1"/>
                </a:solidFill>
                <a:latin typeface="BIZ UDPGothic"/>
                <a:ea typeface="BIZ UDPGothic"/>
                <a:cs typeface="BIZ UDPGothic"/>
                <a:sym typeface="BIZ UDPGothic"/>
              </a:rPr>
              <a:t>URL: </a:t>
            </a:r>
            <a:r>
              <a:rPr lang="ja-JP" sz="2800" u="sng">
                <a:solidFill>
                  <a:schemeClr val="hlink"/>
                </a:solidFill>
                <a:latin typeface="BIZ UDPGothic"/>
                <a:ea typeface="BIZ UDPGothic"/>
                <a:cs typeface="BIZ UDPGothic"/>
                <a:sym typeface="BIZ UDPGothic"/>
                <a:hlinkClick r:id="rId4"/>
              </a:rPr>
              <a:t>https://youtu.be/kwVPgD5SHRA</a:t>
            </a:r>
            <a:endParaRPr sz="2800">
              <a:solidFill>
                <a:schemeClr val="dk1"/>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lang="ja-JP" sz="2800">
                <a:solidFill>
                  <a:srgbClr val="000000"/>
                </a:solidFill>
                <a:latin typeface="BIZ UDPGothic"/>
                <a:ea typeface="BIZ UDPGothic"/>
                <a:cs typeface="BIZ UDPGothic"/>
                <a:sym typeface="BIZ UDPGothic"/>
              </a:rPr>
              <a:t>　　</a:t>
            </a:r>
            <a:r>
              <a:rPr lang="ja-JP" sz="2800">
                <a:solidFill>
                  <a:schemeClr val="dk1"/>
                </a:solidFill>
                <a:latin typeface="BIZ UDPGothic"/>
                <a:ea typeface="BIZ UDPGothic"/>
                <a:cs typeface="BIZ UDPGothic"/>
                <a:sym typeface="BIZ UDPGothic"/>
              </a:rPr>
              <a:t>URL: </a:t>
            </a:r>
            <a:r>
              <a:rPr lang="ja-JP" sz="2800" u="sng">
                <a:solidFill>
                  <a:schemeClr val="hlink"/>
                </a:solidFill>
                <a:latin typeface="BIZ UDPGothic"/>
                <a:ea typeface="BIZ UDPGothic"/>
                <a:cs typeface="BIZ UDPGothic"/>
                <a:sym typeface="BIZ UDPGothic"/>
                <a:hlinkClick r:id="rId5"/>
              </a:rPr>
              <a:t>https://youtu.be/Kv0S4wUMbmw</a:t>
            </a:r>
            <a:endParaRPr sz="2800">
              <a:solidFill>
                <a:schemeClr val="dk1"/>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chemeClr val="dk1"/>
              </a:solidFill>
              <a:latin typeface="BIZ UDPGothic"/>
              <a:ea typeface="BIZ UDPGothic"/>
              <a:cs typeface="BIZ UDPGothic"/>
              <a:sym typeface="BIZ UDPGothic"/>
            </a:endParaRPr>
          </a:p>
          <a:p>
            <a:pPr indent="0" lvl="0" marL="0" rtl="0" algn="l">
              <a:spcBef>
                <a:spcPts val="0"/>
              </a:spcBef>
              <a:spcAft>
                <a:spcPts val="0"/>
              </a:spcAft>
              <a:buClr>
                <a:schemeClr val="dk1"/>
              </a:buClr>
              <a:buSzPts val="1100"/>
              <a:buFont typeface="Arial"/>
              <a:buNone/>
            </a:pPr>
            <a:r>
              <a:rPr lang="ja-JP" sz="2800">
                <a:solidFill>
                  <a:schemeClr val="dk1"/>
                </a:solidFill>
                <a:latin typeface="BIZ UDPGothic"/>
                <a:ea typeface="BIZ UDPGothic"/>
                <a:cs typeface="BIZ UDPGothic"/>
                <a:sym typeface="BIZ UDPGothic"/>
              </a:rPr>
              <a:t>■ 各プログラムのキーポイントと概要:</a:t>
            </a:r>
            <a:endParaRPr/>
          </a:p>
          <a:p>
            <a:pPr indent="0" lvl="0" marL="0" rtl="0" algn="l">
              <a:spcBef>
                <a:spcPts val="0"/>
              </a:spcBef>
              <a:spcAft>
                <a:spcPts val="0"/>
              </a:spcAft>
              <a:buClr>
                <a:schemeClr val="dk1"/>
              </a:buClr>
              <a:buSzPts val="1100"/>
              <a:buFont typeface="Arial"/>
              <a:buNone/>
            </a:pPr>
            <a:r>
              <a:rPr lang="ja-JP" sz="2800">
                <a:solidFill>
                  <a:schemeClr val="dk1"/>
                </a:solidFill>
                <a:latin typeface="BIZ UDPGothic"/>
                <a:ea typeface="BIZ UDPGothic"/>
                <a:cs typeface="BIZ UDPGothic"/>
                <a:sym typeface="BIZ UDPGothic"/>
              </a:rPr>
              <a:t>  ・全てのプログラムのソースコードに加えて、重要ポイント・出力結果含めて、結果を公開</a:t>
            </a:r>
            <a:endParaRPr sz="2800">
              <a:solidFill>
                <a:srgbClr val="000000"/>
              </a:solidFill>
              <a:latin typeface="BIZ UDPGothic"/>
              <a:ea typeface="BIZ UDPGothic"/>
              <a:cs typeface="BIZ UDPGothic"/>
              <a:sym typeface="BIZ UDPGothic"/>
            </a:endParaRPr>
          </a:p>
        </p:txBody>
      </p:sp>
      <p:sp>
        <p:nvSpPr>
          <p:cNvPr id="153" name="Google Shape;153;p10"/>
          <p:cNvSpPr txBox="1"/>
          <p:nvPr/>
        </p:nvSpPr>
        <p:spPr>
          <a:xfrm>
            <a:off x="623400" y="1849497"/>
            <a:ext cx="17296200" cy="1081800"/>
          </a:xfrm>
          <a:prstGeom prst="rect">
            <a:avLst/>
          </a:prstGeom>
          <a:solidFill>
            <a:srgbClr val="1C4587"/>
          </a:solidFill>
          <a:ln>
            <a:noFill/>
          </a:ln>
        </p:spPr>
        <p:txBody>
          <a:bodyPr anchorCtr="0" anchor="t" bIns="182850" lIns="182850" spcFirstLastPara="1" rIns="182850" wrap="square" tIns="182850">
            <a:noAutofit/>
          </a:bodyPr>
          <a:lstStyle/>
          <a:p>
            <a:pPr indent="0" lvl="0" marL="0" marR="0" rtl="0" algn="ctr">
              <a:lnSpc>
                <a:spcPct val="100000"/>
              </a:lnSpc>
              <a:spcBef>
                <a:spcPts val="0"/>
              </a:spcBef>
              <a:spcAft>
                <a:spcPts val="0"/>
              </a:spcAft>
              <a:buNone/>
            </a:pPr>
            <a:r>
              <a:rPr b="0" i="0" lang="ja-JP" sz="4200" u="none" cap="none" strike="noStrike">
                <a:solidFill>
                  <a:srgbClr val="FFFFFF"/>
                </a:solidFill>
                <a:latin typeface="BIZ UDPGothic"/>
                <a:ea typeface="BIZ UDPGothic"/>
                <a:cs typeface="BIZ UDPGothic"/>
                <a:sym typeface="BIZ UDPGothic"/>
              </a:rPr>
              <a:t>GitHubにて全ソースコード・手順書・ビルド済みバイナリを完全公開</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txBox="1"/>
          <p:nvPr>
            <p:ph type="title"/>
          </p:nvPr>
        </p:nvSpPr>
        <p:spPr>
          <a:xfrm>
            <a:off x="623400" y="572400"/>
            <a:ext cx="17041200" cy="11454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0"/>
              </a:spcBef>
              <a:spcAft>
                <a:spcPts val="0"/>
              </a:spcAft>
              <a:buSzPts val="5600"/>
              <a:buNone/>
            </a:pPr>
            <a:r>
              <a:rPr b="0" lang="ja-JP" sz="6440">
                <a:solidFill>
                  <a:srgbClr val="000000"/>
                </a:solidFill>
                <a:latin typeface="BIZ UDPGothic"/>
                <a:ea typeface="BIZ UDPGothic"/>
                <a:cs typeface="BIZ UDPGothic"/>
                <a:sym typeface="BIZ UDPGothic"/>
              </a:rPr>
              <a:t>まとめ</a:t>
            </a:r>
            <a:endParaRPr/>
          </a:p>
        </p:txBody>
      </p:sp>
      <p:sp>
        <p:nvSpPr>
          <p:cNvPr id="159" name="Google Shape;159;p11"/>
          <p:cNvSpPr txBox="1"/>
          <p:nvPr>
            <p:ph idx="1" type="body"/>
          </p:nvPr>
        </p:nvSpPr>
        <p:spPr>
          <a:xfrm>
            <a:off x="623400" y="3063000"/>
            <a:ext cx="17041200" cy="65046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本作品の主要成果:</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1. RTOS優先度制御によるGPU描画とNPU推論の完全並列パイプラインを実現</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2. 実機測定にて最大約130倍の推論高速化と60Hz表示の維持を実証</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3. 産業用スマートカメラ、ロボットビジョン等への実用性を提示</a:t>
            </a:r>
            <a:endParaRPr b="0"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t/>
            </a:r>
            <a:endParaRPr sz="2800">
              <a:solidFill>
                <a:srgbClr val="000000"/>
              </a:solidFill>
              <a:latin typeface="BIZ UDPGothic"/>
              <a:ea typeface="BIZ UDPGothic"/>
              <a:cs typeface="BIZ UDPGothic"/>
              <a:sym typeface="BIZ UDPGothic"/>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a:t>
            </a:r>
            <a:r>
              <a:rPr lang="ja-JP" sz="2800">
                <a:solidFill>
                  <a:srgbClr val="000000"/>
                </a:solidFill>
                <a:latin typeface="BIZ UDPGothic"/>
                <a:ea typeface="BIZ UDPGothic"/>
                <a:cs typeface="BIZ UDPGothic"/>
                <a:sym typeface="BIZ UDPGothic"/>
              </a:rPr>
              <a:t>所感</a:t>
            </a:r>
            <a:r>
              <a:rPr b="0" lang="ja-JP" sz="2800">
                <a:solidFill>
                  <a:srgbClr val="000000"/>
                </a:solidFill>
                <a:latin typeface="BIZ UDPGothic"/>
                <a:ea typeface="BIZ UDPGothic"/>
                <a:cs typeface="BIZ UDPGothic"/>
                <a:sym typeface="BIZ UDPGothic"/>
              </a:rPr>
              <a:t>:</a:t>
            </a:r>
            <a:endParaRPr/>
          </a:p>
          <a:p>
            <a:pPr indent="0" lvl="0" marL="0" rtl="0" algn="l">
              <a:lnSpc>
                <a:spcPct val="115000"/>
              </a:lnSpc>
              <a:spcBef>
                <a:spcPts val="0"/>
              </a:spcBef>
              <a:spcAft>
                <a:spcPts val="0"/>
              </a:spcAft>
              <a:buNone/>
            </a:pPr>
            <a:r>
              <a:rPr b="0" lang="ja-JP" sz="2800">
                <a:solidFill>
                  <a:srgbClr val="000000"/>
                </a:solidFill>
                <a:latin typeface="BIZ UDPGothic"/>
                <a:ea typeface="BIZ UDPGothic"/>
                <a:cs typeface="BIZ UDPGothic"/>
                <a:sym typeface="BIZ UDPGothic"/>
              </a:rPr>
              <a:t>  ・</a:t>
            </a:r>
            <a:r>
              <a:rPr lang="ja-JP" sz="2800">
                <a:solidFill>
                  <a:srgbClr val="000000"/>
                </a:solidFill>
                <a:latin typeface="BIZ UDPGothic"/>
                <a:ea typeface="BIZ UDPGothic"/>
                <a:cs typeface="BIZ UDPGothic"/>
                <a:sym typeface="BIZ UDPGothic"/>
              </a:rPr>
              <a:t>最新のヘテロジニアスAIマイコンにおいて、μT-Kernel 3.0 は重要な土台になると実感。</a:t>
            </a:r>
            <a:endParaRPr/>
          </a:p>
          <a:p>
            <a:pPr indent="0" lvl="0" marL="0" rtl="0" algn="l">
              <a:lnSpc>
                <a:spcPct val="115000"/>
              </a:lnSpc>
              <a:spcBef>
                <a:spcPts val="0"/>
              </a:spcBef>
              <a:spcAft>
                <a:spcPts val="0"/>
              </a:spcAft>
              <a:buNone/>
            </a:pPr>
            <a:r>
              <a:t/>
            </a:r>
            <a:endParaRPr b="0" sz="2800">
              <a:solidFill>
                <a:srgbClr val="000000"/>
              </a:solidFill>
              <a:latin typeface="BIZ UDPGothic"/>
              <a:ea typeface="BIZ UDPGothic"/>
              <a:cs typeface="BIZ UDPGothic"/>
              <a:sym typeface="BIZ UDPGothic"/>
            </a:endParaRPr>
          </a:p>
          <a:p>
            <a:pPr indent="0" lvl="0" marL="0" rtl="0" algn="l">
              <a:spcBef>
                <a:spcPts val="0"/>
              </a:spcBef>
              <a:spcAft>
                <a:spcPts val="0"/>
              </a:spcAft>
              <a:buNone/>
            </a:pPr>
            <a:r>
              <a:rPr lang="ja-JP" sz="2800">
                <a:solidFill>
                  <a:schemeClr val="dk1"/>
                </a:solidFill>
                <a:latin typeface="BIZ UDPGothic"/>
                <a:ea typeface="BIZ UDPGothic"/>
                <a:cs typeface="BIZ UDPGothic"/>
                <a:sym typeface="BIZ UDPGothic"/>
              </a:rPr>
              <a:t>■ 謝辞:</a:t>
            </a:r>
            <a:endParaRPr sz="2800">
              <a:solidFill>
                <a:schemeClr val="dk1"/>
              </a:solidFill>
              <a:latin typeface="BIZ UDPGothic"/>
              <a:ea typeface="BIZ UDPGothic"/>
              <a:cs typeface="BIZ UDPGothic"/>
              <a:sym typeface="BIZ UDPGothic"/>
            </a:endParaRPr>
          </a:p>
          <a:p>
            <a:pPr indent="0" lvl="0" marL="0" rtl="0" algn="l">
              <a:spcBef>
                <a:spcPts val="0"/>
              </a:spcBef>
              <a:spcAft>
                <a:spcPts val="0"/>
              </a:spcAft>
              <a:buNone/>
            </a:pPr>
            <a:r>
              <a:rPr lang="ja-JP" sz="2800">
                <a:solidFill>
                  <a:schemeClr val="dk1"/>
                </a:solidFill>
                <a:latin typeface="BIZ UDPGothic"/>
                <a:ea typeface="BIZ UDPGothic"/>
                <a:cs typeface="BIZ UDPGothic"/>
                <a:sym typeface="BIZ UDPGothic"/>
              </a:rPr>
              <a:t>本プロジェクトの開発にあたり、最新の高性能エッジマイコン「EK-RA8P1」一式をご提供いただきました。</a:t>
            </a:r>
            <a:endParaRPr sz="2800">
              <a:solidFill>
                <a:schemeClr val="dk1"/>
              </a:solidFill>
              <a:latin typeface="BIZ UDPGothic"/>
              <a:ea typeface="BIZ UDPGothic"/>
              <a:cs typeface="BIZ UDPGothic"/>
              <a:sym typeface="BIZ UDPGothic"/>
            </a:endParaRPr>
          </a:p>
          <a:p>
            <a:pPr indent="0" lvl="0" marL="0" rtl="0" algn="l">
              <a:spcBef>
                <a:spcPts val="0"/>
              </a:spcBef>
              <a:spcAft>
                <a:spcPts val="0"/>
              </a:spcAft>
              <a:buClr>
                <a:schemeClr val="dk1"/>
              </a:buClr>
              <a:buSzPts val="1100"/>
              <a:buFont typeface="Arial"/>
              <a:buNone/>
            </a:pPr>
            <a:r>
              <a:rPr lang="ja-JP" sz="2800">
                <a:solidFill>
                  <a:schemeClr val="dk1"/>
                </a:solidFill>
                <a:latin typeface="BIZ UDPGothic"/>
                <a:ea typeface="BIZ UDPGothic"/>
                <a:cs typeface="BIZ UDPGothic"/>
                <a:sym typeface="BIZ UDPGothic"/>
              </a:rPr>
              <a:t>また技術的に極めて挑戦しがいのあるコンテストを開催していただいた トロンフォーラム（TRON Forum）、および ルネサスエレクトロニクス株式会社の関係者の皆様に、心より感謝と御礼を申し上げます。</a:t>
            </a:r>
            <a:endParaRPr sz="2800">
              <a:solidFill>
                <a:schemeClr val="dk1"/>
              </a:solidFill>
              <a:latin typeface="BIZ UDPGothic"/>
              <a:ea typeface="BIZ UDPGothic"/>
              <a:cs typeface="BIZ UDPGothic"/>
              <a:sym typeface="BIZ UDPGothic"/>
            </a:endParaRPr>
          </a:p>
        </p:txBody>
      </p:sp>
      <p:sp>
        <p:nvSpPr>
          <p:cNvPr id="160" name="Google Shape;160;p11"/>
          <p:cNvSpPr txBox="1"/>
          <p:nvPr/>
        </p:nvSpPr>
        <p:spPr>
          <a:xfrm>
            <a:off x="623400" y="1849497"/>
            <a:ext cx="17296200" cy="1081800"/>
          </a:xfrm>
          <a:prstGeom prst="rect">
            <a:avLst/>
          </a:prstGeom>
          <a:solidFill>
            <a:srgbClr val="1C4587"/>
          </a:solidFill>
          <a:ln>
            <a:noFill/>
          </a:ln>
        </p:spPr>
        <p:txBody>
          <a:bodyPr anchorCtr="0" anchor="t" bIns="182850" lIns="182850" spcFirstLastPara="1" rIns="182850" wrap="square" tIns="182850">
            <a:noAutofit/>
          </a:bodyPr>
          <a:lstStyle/>
          <a:p>
            <a:pPr indent="0" lvl="0" marL="0" marR="0" rtl="0" algn="ctr">
              <a:lnSpc>
                <a:spcPct val="100000"/>
              </a:lnSpc>
              <a:spcBef>
                <a:spcPts val="0"/>
              </a:spcBef>
              <a:spcAft>
                <a:spcPts val="0"/>
              </a:spcAft>
              <a:buNone/>
            </a:pPr>
            <a:r>
              <a:rPr b="0" i="0" lang="ja-JP" sz="4200" u="none" cap="none" strike="noStrike">
                <a:solidFill>
                  <a:srgbClr val="FFFFFF"/>
                </a:solidFill>
                <a:latin typeface="BIZ UDPGothic"/>
                <a:ea typeface="BIZ UDPGothic"/>
                <a:cs typeface="BIZ UDPGothic"/>
                <a:sym typeface="BIZ UDPGothic"/>
              </a:rPr>
              <a:t>μT-Kernel 3.0 が最新AIアクセラレータマイコンの</a:t>
            </a:r>
            <a:r>
              <a:rPr lang="ja-JP" sz="4200">
                <a:solidFill>
                  <a:srgbClr val="FFFFFF"/>
                </a:solidFill>
                <a:latin typeface="BIZ UDPGothic"/>
                <a:ea typeface="BIZ UDPGothic"/>
                <a:cs typeface="BIZ UDPGothic"/>
                <a:sym typeface="BIZ UDPGothic"/>
              </a:rPr>
              <a:t>土台に</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